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310" r:id="rId2"/>
    <p:sldId id="296" r:id="rId3"/>
    <p:sldId id="313" r:id="rId4"/>
    <p:sldId id="312" r:id="rId5"/>
    <p:sldId id="30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CC9DB1F-F246-422E-9D69-5E2B0FB7BEA5}">
          <p14:sldIdLst>
            <p14:sldId id="310"/>
            <p14:sldId id="296"/>
            <p14:sldId id="313"/>
            <p14:sldId id="312"/>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007E"/>
    <a:srgbClr val="8C0078"/>
    <a:srgbClr val="04572F"/>
    <a:srgbClr val="EEEFF1"/>
    <a:srgbClr val="A6ADB5"/>
    <a:srgbClr val="8191A5"/>
    <a:srgbClr val="C0C8D2"/>
    <a:srgbClr val="525A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94660"/>
  </p:normalViewPr>
  <p:slideViewPr>
    <p:cSldViewPr snapToGrid="0">
      <p:cViewPr varScale="1">
        <p:scale>
          <a:sx n="72" d="100"/>
          <a:sy n="72" d="100"/>
        </p:scale>
        <p:origin x="216"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243B43-F286-48C1-BBED-D571E17C6AE3}" type="datetimeFigureOut">
              <a:rPr lang="en-US" smtClean="0"/>
              <a:t>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37A20C-0A41-4975-BF38-102D39C80972}" type="slidenum">
              <a:rPr lang="en-US" smtClean="0"/>
              <a:t>‹#›</a:t>
            </a:fld>
            <a:endParaRPr lang="en-US"/>
          </a:p>
        </p:txBody>
      </p:sp>
    </p:spTree>
    <p:extLst>
      <p:ext uri="{BB962C8B-B14F-4D97-AF65-F5344CB8AC3E}">
        <p14:creationId xmlns:p14="http://schemas.microsoft.com/office/powerpoint/2010/main" val="2864226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www.st.com/trademarks" TargetMode="External"/><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Main title">
    <p:bg>
      <p:bgPr>
        <a:solidFill>
          <a:srgbClr val="0023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BC7E-853C-4EAC-941C-F7D4C872CEDA}"/>
              </a:ext>
            </a:extLst>
          </p:cNvPr>
          <p:cNvSpPr>
            <a:spLocks noGrp="1"/>
          </p:cNvSpPr>
          <p:nvPr>
            <p:ph type="ctrTitle" hasCustomPrompt="1"/>
          </p:nvPr>
        </p:nvSpPr>
        <p:spPr>
          <a:xfrm>
            <a:off x="6095999" y="2077965"/>
            <a:ext cx="5795963" cy="2702071"/>
          </a:xfrm>
        </p:spPr>
        <p:txBody>
          <a:bodyPr anchor="ctr"/>
          <a:lstStyle>
            <a:lvl1pPr algn="l">
              <a:defRPr sz="3600" b="1">
                <a:solidFill>
                  <a:schemeClr val="bg1"/>
                </a:solidFill>
              </a:defRPr>
            </a:lvl1pPr>
          </a:lstStyle>
          <a:p>
            <a:r>
              <a:rPr lang="en-US" dirty="0"/>
              <a:t>Presentation title</a:t>
            </a:r>
            <a:endParaRPr lang="fr-FR" dirty="0"/>
          </a:p>
        </p:txBody>
      </p:sp>
      <p:sp>
        <p:nvSpPr>
          <p:cNvPr id="3" name="Subtitle 2">
            <a:extLst>
              <a:ext uri="{FF2B5EF4-FFF2-40B4-BE49-F238E27FC236}">
                <a16:creationId xmlns:a16="http://schemas.microsoft.com/office/drawing/2014/main" id="{F38F8A67-080E-4CD5-8528-5627C41B2D72}"/>
              </a:ext>
            </a:extLst>
          </p:cNvPr>
          <p:cNvSpPr>
            <a:spLocks noGrp="1"/>
          </p:cNvSpPr>
          <p:nvPr>
            <p:ph type="subTitle" idx="1" hasCustomPrompt="1"/>
          </p:nvPr>
        </p:nvSpPr>
        <p:spPr>
          <a:xfrm>
            <a:off x="6095999" y="5015060"/>
            <a:ext cx="5795963" cy="1077764"/>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endParaRPr lang="fr-FR" dirty="0"/>
          </a:p>
        </p:txBody>
      </p:sp>
      <p:sp>
        <p:nvSpPr>
          <p:cNvPr id="9" name="Rectangle 8">
            <a:extLst>
              <a:ext uri="{FF2B5EF4-FFF2-40B4-BE49-F238E27FC236}">
                <a16:creationId xmlns:a16="http://schemas.microsoft.com/office/drawing/2014/main" id="{B564B28F-A25E-4825-B94D-B2AD0EA2A9F6}"/>
              </a:ext>
            </a:extLst>
          </p:cNvPr>
          <p:cNvSpPr/>
          <p:nvPr/>
        </p:nvSpPr>
        <p:spPr>
          <a:xfrm>
            <a:off x="-228" y="0"/>
            <a:ext cx="43905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4">
            <a:extLst>
              <a:ext uri="{FF2B5EF4-FFF2-40B4-BE49-F238E27FC236}">
                <a16:creationId xmlns:a16="http://schemas.microsoft.com/office/drawing/2014/main" id="{FA767B04-DB20-575B-553B-88ACD76553EF}"/>
              </a:ext>
            </a:extLst>
          </p:cNvPr>
          <p:cNvSpPr>
            <a:spLocks noGrp="1"/>
          </p:cNvSpPr>
          <p:nvPr>
            <p:ph type="pic" sz="quarter" idx="12" hasCustomPrompt="1"/>
          </p:nvPr>
        </p:nvSpPr>
        <p:spPr>
          <a:xfrm>
            <a:off x="300038" y="0"/>
            <a:ext cx="5495544" cy="6858000"/>
          </a:xfrm>
          <a:custGeom>
            <a:avLst/>
            <a:gdLst>
              <a:gd name="connsiteX0" fmla="*/ 0 w 5495544"/>
              <a:gd name="connsiteY0" fmla="*/ 0 h 6858000"/>
              <a:gd name="connsiteX1" fmla="*/ 5495544 w 5495544"/>
              <a:gd name="connsiteY1" fmla="*/ 0 h 6858000"/>
              <a:gd name="connsiteX2" fmla="*/ 5495544 w 5495544"/>
              <a:gd name="connsiteY2" fmla="*/ 6858000 h 6858000"/>
              <a:gd name="connsiteX3" fmla="*/ 0 w 549554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95544" h="6858000">
                <a:moveTo>
                  <a:pt x="0" y="0"/>
                </a:moveTo>
                <a:lnTo>
                  <a:pt x="5495544" y="0"/>
                </a:lnTo>
                <a:lnTo>
                  <a:pt x="5495544" y="6858000"/>
                </a:lnTo>
                <a:lnTo>
                  <a:pt x="0" y="6858000"/>
                </a:lnTo>
                <a:close/>
              </a:path>
            </a:pathLst>
          </a:custGeom>
          <a:solidFill>
            <a:schemeClr val="bg2"/>
          </a:solidFill>
        </p:spPr>
        <p:txBody>
          <a:bodyPr wrap="square" anchor="ctr">
            <a:noAutofit/>
          </a:bodyPr>
          <a:lstStyle>
            <a:lvl1pPr marL="0" indent="0" algn="ctr">
              <a:buFontTx/>
              <a:buNone/>
              <a:defRPr baseline="0">
                <a:solidFill>
                  <a:schemeClr val="tx1"/>
                </a:solidFill>
              </a:defRPr>
            </a:lvl1pPr>
          </a:lstStyle>
          <a:p>
            <a:r>
              <a:rPr lang="en-US" dirty="0"/>
              <a:t>Drag and drop </a:t>
            </a:r>
            <a:br>
              <a:rPr lang="en-US" dirty="0"/>
            </a:br>
            <a:r>
              <a:rPr lang="en-US" dirty="0"/>
              <a:t>a picture here</a:t>
            </a:r>
          </a:p>
        </p:txBody>
      </p:sp>
      <p:pic>
        <p:nvPicPr>
          <p:cNvPr id="6" name="Graphic 7">
            <a:extLst>
              <a:ext uri="{FF2B5EF4-FFF2-40B4-BE49-F238E27FC236}">
                <a16:creationId xmlns:a16="http://schemas.microsoft.com/office/drawing/2014/main" id="{0A935D2C-8C8E-184B-D8FC-8FF74926C0C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86242" y="47623"/>
            <a:ext cx="1857226" cy="1280160"/>
          </a:xfrm>
          <a:prstGeom prst="rect">
            <a:avLst/>
          </a:prstGeom>
        </p:spPr>
      </p:pic>
    </p:spTree>
    <p:extLst>
      <p:ext uri="{BB962C8B-B14F-4D97-AF65-F5344CB8AC3E}">
        <p14:creationId xmlns:p14="http://schemas.microsoft.com/office/powerpoint/2010/main" val="361179049"/>
      </p:ext>
    </p:extLst>
  </p:cSld>
  <p:clrMapOvr>
    <a:masterClrMapping/>
  </p:clrMapOvr>
  <p:extLst>
    <p:ext uri="{DCECCB84-F9BA-43D5-87BE-67443E8EF086}">
      <p15:sldGuideLst xmlns:p15="http://schemas.microsoft.com/office/powerpoint/2012/main">
        <p15:guide id="1" pos="6516">
          <p15:clr>
            <a:srgbClr val="FBAE40"/>
          </p15:clr>
        </p15:guide>
        <p15:guide id="2" pos="7387">
          <p15:clr>
            <a:srgbClr val="FBAE40"/>
          </p15:clr>
        </p15:guide>
        <p15:guide id="3" orient="horz" pos="3067">
          <p15:clr>
            <a:srgbClr val="FBAE40"/>
          </p15:clr>
        </p15:guide>
        <p15:guide id="4" orient="horz" pos="393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Main title without picture">
    <p:bg>
      <p:bgPr>
        <a:solidFill>
          <a:srgbClr val="0023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BC7E-853C-4EAC-941C-F7D4C872CEDA}"/>
              </a:ext>
            </a:extLst>
          </p:cNvPr>
          <p:cNvSpPr>
            <a:spLocks noGrp="1"/>
          </p:cNvSpPr>
          <p:nvPr>
            <p:ph type="ctrTitle" hasCustomPrompt="1"/>
          </p:nvPr>
        </p:nvSpPr>
        <p:spPr>
          <a:xfrm>
            <a:off x="911470" y="1964458"/>
            <a:ext cx="7807324" cy="2929084"/>
          </a:xfrm>
        </p:spPr>
        <p:txBody>
          <a:bodyPr anchor="ctr"/>
          <a:lstStyle>
            <a:lvl1pPr algn="l">
              <a:defRPr sz="3600" b="1">
                <a:solidFill>
                  <a:schemeClr val="bg1"/>
                </a:solidFill>
              </a:defRPr>
            </a:lvl1pPr>
          </a:lstStyle>
          <a:p>
            <a:r>
              <a:rPr lang="en-US" dirty="0"/>
              <a:t>Presentation title</a:t>
            </a:r>
            <a:endParaRPr lang="fr-FR" dirty="0"/>
          </a:p>
        </p:txBody>
      </p:sp>
      <p:sp>
        <p:nvSpPr>
          <p:cNvPr id="3" name="Subtitle 2">
            <a:extLst>
              <a:ext uri="{FF2B5EF4-FFF2-40B4-BE49-F238E27FC236}">
                <a16:creationId xmlns:a16="http://schemas.microsoft.com/office/drawing/2014/main" id="{F38F8A67-080E-4CD5-8528-5627C41B2D72}"/>
              </a:ext>
            </a:extLst>
          </p:cNvPr>
          <p:cNvSpPr>
            <a:spLocks noGrp="1"/>
          </p:cNvSpPr>
          <p:nvPr>
            <p:ph type="subTitle" idx="1" hasCustomPrompt="1"/>
          </p:nvPr>
        </p:nvSpPr>
        <p:spPr>
          <a:xfrm>
            <a:off x="911470" y="5015060"/>
            <a:ext cx="7807324" cy="1077764"/>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endParaRPr lang="fr-FR" dirty="0"/>
          </a:p>
        </p:txBody>
      </p:sp>
      <p:pic>
        <p:nvPicPr>
          <p:cNvPr id="4" name="Graphic 14">
            <a:extLst>
              <a:ext uri="{FF2B5EF4-FFF2-40B4-BE49-F238E27FC236}">
                <a16:creationId xmlns:a16="http://schemas.microsoft.com/office/drawing/2014/main" id="{70CC30A6-5943-4618-79CD-9E122FDCAE6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86242" y="47623"/>
            <a:ext cx="1857226" cy="1280160"/>
          </a:xfrm>
          <a:prstGeom prst="rect">
            <a:avLst/>
          </a:prstGeom>
        </p:spPr>
      </p:pic>
      <p:sp>
        <p:nvSpPr>
          <p:cNvPr id="7" name="Rectangle 6">
            <a:extLst>
              <a:ext uri="{FF2B5EF4-FFF2-40B4-BE49-F238E27FC236}">
                <a16:creationId xmlns:a16="http://schemas.microsoft.com/office/drawing/2014/main" id="{E09F09FF-C8AF-EE46-958B-11187A34AAE5}"/>
              </a:ext>
            </a:extLst>
          </p:cNvPr>
          <p:cNvSpPr/>
          <p:nvPr userDrawn="1"/>
        </p:nvSpPr>
        <p:spPr>
          <a:xfrm>
            <a:off x="-228" y="0"/>
            <a:ext cx="30026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6950517"/>
      </p:ext>
    </p:extLst>
  </p:cSld>
  <p:clrMapOvr>
    <a:masterClrMapping/>
  </p:clrMapOvr>
  <p:extLst>
    <p:ext uri="{DCECCB84-F9BA-43D5-87BE-67443E8EF086}">
      <p15:sldGuideLst xmlns:p15="http://schemas.microsoft.com/office/powerpoint/2012/main">
        <p15:guide id="1" orient="horz" pos="1709">
          <p15:clr>
            <a:srgbClr val="FBAE40"/>
          </p15:clr>
        </p15:guide>
        <p15:guide id="2" orient="horz" pos="2615">
          <p15:clr>
            <a:srgbClr val="FBAE40"/>
          </p15:clr>
        </p15:guide>
        <p15:guide id="3" pos="5196">
          <p15:clr>
            <a:srgbClr val="FBAE40"/>
          </p15:clr>
        </p15:guide>
        <p15:guide id="4" pos="610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s">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spcBef>
                <a:spcPts val="1200"/>
              </a:spcBef>
              <a:defRPr/>
            </a:lvl1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hasCustomPrompt="1"/>
          </p:nvPr>
        </p:nvSpPr>
        <p:spPr/>
        <p:txBody>
          <a:bodyPr/>
          <a:lstStyle>
            <a:lvl1pPr>
              <a:defRPr/>
            </a:lvl1pPr>
          </a:lstStyle>
          <a:p>
            <a:r>
              <a:rPr lang="en-US" dirty="0"/>
              <a:t>Slide title</a:t>
            </a:r>
          </a:p>
        </p:txBody>
      </p:sp>
      <p:sp>
        <p:nvSpPr>
          <p:cNvPr id="4" name="Date Placeholder 3">
            <a:extLst>
              <a:ext uri="{FF2B5EF4-FFF2-40B4-BE49-F238E27FC236}">
                <a16:creationId xmlns:a16="http://schemas.microsoft.com/office/drawing/2014/main" id="{706EF7C4-3513-40DF-91A6-018C8E9ACF4C}"/>
              </a:ext>
            </a:extLst>
          </p:cNvPr>
          <p:cNvSpPr>
            <a:spLocks noGrp="1"/>
          </p:cNvSpPr>
          <p:nvPr>
            <p:ph type="dt" sz="half" idx="10"/>
          </p:nvPr>
        </p:nvSpPr>
        <p:spPr/>
        <p:txBody>
          <a:bodyPr/>
          <a:lstStyle/>
          <a:p>
            <a:fld id="{33052DD4-CDE3-4E33-AB80-AED4CE4AC39A}" type="datetimeFigureOut">
              <a:rPr lang="en-US" smtClean="0"/>
              <a:t>1/4/2026</a:t>
            </a:fld>
            <a:endParaRPr lang="en-US"/>
          </a:p>
        </p:txBody>
      </p:sp>
      <p:sp>
        <p:nvSpPr>
          <p:cNvPr id="5" name="Footer Placeholder 4">
            <a:extLst>
              <a:ext uri="{FF2B5EF4-FFF2-40B4-BE49-F238E27FC236}">
                <a16:creationId xmlns:a16="http://schemas.microsoft.com/office/drawing/2014/main" id="{4D2B796A-0B1E-46FA-AC86-9A7803DF8C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98E223-380C-4295-85FF-7B9C2423BBBE}"/>
              </a:ext>
            </a:extLst>
          </p:cNvPr>
          <p:cNvSpPr>
            <a:spLocks noGrp="1"/>
          </p:cNvSpPr>
          <p:nvPr>
            <p:ph type="sldNum" sz="quarter" idx="12"/>
          </p:nvPr>
        </p:nvSpPr>
        <p:spPr/>
        <p:txBody>
          <a:bodyPr/>
          <a:lstStyle/>
          <a:p>
            <a:fld id="{40A7B169-58CE-4E65-B1F9-ACF9E46440C2}" type="slidenum">
              <a:rPr lang="en-US" smtClean="0"/>
              <a:t>‹#›</a:t>
            </a:fld>
            <a:endParaRPr lang="en-US"/>
          </a:p>
        </p:txBody>
      </p:sp>
    </p:spTree>
    <p:extLst>
      <p:ext uri="{BB962C8B-B14F-4D97-AF65-F5344CB8AC3E}">
        <p14:creationId xmlns:p14="http://schemas.microsoft.com/office/powerpoint/2010/main" val="3897428650"/>
      </p:ext>
    </p:extLst>
  </p:cSld>
  <p:clrMapOvr>
    <a:masterClrMapping/>
  </p:clrMapOvr>
  <p:extLst>
    <p:ext uri="{DCECCB84-F9BA-43D5-87BE-67443E8EF086}">
      <p15:sldGuideLst xmlns:p15="http://schemas.microsoft.com/office/powerpoint/2012/main">
        <p15:guide id="1" pos="5654">
          <p15:clr>
            <a:srgbClr val="FBAE40"/>
          </p15:clr>
        </p15:guide>
        <p15:guide id="2" pos="726">
          <p15:clr>
            <a:srgbClr val="FBAE40"/>
          </p15:clr>
        </p15:guide>
        <p15:guide id="3" orient="horz" pos="137">
          <p15:clr>
            <a:srgbClr val="FBAE40"/>
          </p15:clr>
        </p15:guide>
        <p15:guide id="4" orient="horz" pos="67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19399" y="419894"/>
            <a:ext cx="9372601" cy="1484312"/>
          </a:xfrm>
          <a:solidFill>
            <a:schemeClr val="accent4"/>
          </a:solidFill>
        </p:spPr>
        <p:txBody>
          <a:bodyPr vert="horz" lIns="91440" tIns="45720" rIns="288000" bIns="45720" rtlCol="0" anchor="ctr">
            <a:noAutofit/>
          </a:bodyPr>
          <a:lstStyle>
            <a:lvl1pPr marL="263525" indent="0" algn="l">
              <a:defRPr lang="en-US" sz="3600" b="1" dirty="0">
                <a:solidFill>
                  <a:schemeClr val="tx1"/>
                </a:solidFill>
              </a:defRPr>
            </a:lvl1pPr>
          </a:lstStyle>
          <a:p>
            <a:pPr lvl="0"/>
            <a:r>
              <a:rPr lang="en-US" dirty="0"/>
              <a:t>Section title</a:t>
            </a:r>
          </a:p>
        </p:txBody>
      </p:sp>
      <p:pic>
        <p:nvPicPr>
          <p:cNvPr id="3" name="Graphic 5">
            <a:extLst>
              <a:ext uri="{FF2B5EF4-FFF2-40B4-BE49-F238E27FC236}">
                <a16:creationId xmlns:a16="http://schemas.microsoft.com/office/drawing/2014/main" id="{7B0BAF98-BF01-8628-815D-6C637563DA9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1974" y="6155372"/>
            <a:ext cx="928614" cy="640080"/>
          </a:xfrm>
          <a:prstGeom prst="rect">
            <a:avLst/>
          </a:prstGeom>
        </p:spPr>
      </p:pic>
      <p:sp>
        <p:nvSpPr>
          <p:cNvPr id="5" name="Picture Placeholder 6">
            <a:extLst>
              <a:ext uri="{FF2B5EF4-FFF2-40B4-BE49-F238E27FC236}">
                <a16:creationId xmlns:a16="http://schemas.microsoft.com/office/drawing/2014/main" id="{C4CE3442-CD9D-76CA-881D-CEA1B2E3BE72}"/>
              </a:ext>
            </a:extLst>
          </p:cNvPr>
          <p:cNvSpPr>
            <a:spLocks noGrp="1"/>
          </p:cNvSpPr>
          <p:nvPr>
            <p:ph type="pic" sz="quarter" idx="10" hasCustomPrompt="1"/>
          </p:nvPr>
        </p:nvSpPr>
        <p:spPr>
          <a:xfrm>
            <a:off x="0" y="1304925"/>
            <a:ext cx="12192000" cy="4787900"/>
          </a:xfrm>
          <a:custGeom>
            <a:avLst/>
            <a:gdLst>
              <a:gd name="connsiteX0" fmla="*/ 0 w 12192000"/>
              <a:gd name="connsiteY0" fmla="*/ 0 h 4787900"/>
              <a:gd name="connsiteX1" fmla="*/ 2819399 w 12192000"/>
              <a:gd name="connsiteY1" fmla="*/ 0 h 4787900"/>
              <a:gd name="connsiteX2" fmla="*/ 2819399 w 12192000"/>
              <a:gd name="connsiteY2" fmla="*/ 599281 h 4787900"/>
              <a:gd name="connsiteX3" fmla="*/ 12192000 w 12192000"/>
              <a:gd name="connsiteY3" fmla="*/ 599281 h 4787900"/>
              <a:gd name="connsiteX4" fmla="*/ 12192000 w 12192000"/>
              <a:gd name="connsiteY4" fmla="*/ 4787900 h 4787900"/>
              <a:gd name="connsiteX5" fmla="*/ 0 w 12192000"/>
              <a:gd name="connsiteY5" fmla="*/ 478790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787900">
                <a:moveTo>
                  <a:pt x="0" y="0"/>
                </a:moveTo>
                <a:lnTo>
                  <a:pt x="2819399" y="0"/>
                </a:lnTo>
                <a:lnTo>
                  <a:pt x="2819399" y="599281"/>
                </a:lnTo>
                <a:lnTo>
                  <a:pt x="12192000" y="599281"/>
                </a:lnTo>
                <a:lnTo>
                  <a:pt x="12192000" y="4787900"/>
                </a:lnTo>
                <a:lnTo>
                  <a:pt x="0" y="4787900"/>
                </a:lnTo>
                <a:close/>
              </a:path>
            </a:pathLst>
          </a:custGeom>
          <a:noFill/>
        </p:spPr>
        <p:txBody>
          <a:bodyPr wrap="square" anchor="ctr">
            <a:noAutofit/>
          </a:bodyPr>
          <a:lstStyle>
            <a:lvl1pPr marL="0" indent="0" algn="ctr">
              <a:buNone/>
              <a:defRPr>
                <a:solidFill>
                  <a:srgbClr val="C0C8D2"/>
                </a:solidFill>
              </a:defRPr>
            </a:lvl1pPr>
          </a:lstStyle>
          <a:p>
            <a:r>
              <a:rPr lang="en-US" dirty="0"/>
              <a:t>Drag and drop a picture here (optional)</a:t>
            </a:r>
          </a:p>
        </p:txBody>
      </p:sp>
    </p:spTree>
    <p:extLst>
      <p:ext uri="{BB962C8B-B14F-4D97-AF65-F5344CB8AC3E}">
        <p14:creationId xmlns:p14="http://schemas.microsoft.com/office/powerpoint/2010/main" val="686472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00037" y="1484313"/>
            <a:ext cx="5719763" cy="4608512"/>
          </a:xfrm>
        </p:spPr>
        <p:txBody>
          <a:bodyPr/>
          <a:lstStyle>
            <a:lvl1pPr marL="261938" indent="-261938">
              <a:buFont typeface="Arial" panose="020B0604020202020204" pitchFamily="34" charset="0"/>
              <a:buChar char="•"/>
              <a:defRPr/>
            </a:lvl1pPr>
            <a:lvl2pPr marL="536575" indent="-266700">
              <a:buFont typeface="Arial" panose="020B0604020202020204" pitchFamily="34" charset="0"/>
              <a:buChar char="•"/>
              <a:defRPr/>
            </a:lvl2pPr>
            <a:lvl3pPr marL="812800" indent="-273050">
              <a:buFont typeface="Arial" panose="020B0604020202020204" pitchFamily="34" charset="0"/>
              <a:buChar char="•"/>
              <a:defRPr/>
            </a:lvl3pPr>
            <a:lvl4pPr marL="987425" indent="-268288">
              <a:buFont typeface="Arial" panose="020B0604020202020204" pitchFamily="34" charset="0"/>
              <a:buChar char="•"/>
              <a:defRPr/>
            </a:lvl4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096000" y="1484313"/>
            <a:ext cx="5720400" cy="4608512"/>
          </a:xfrm>
        </p:spPr>
        <p:txBody>
          <a:bodyPr/>
          <a:lstStyle>
            <a:lvl1pPr>
              <a:defRPr/>
            </a:lvl1p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hasCustomPrompt="1"/>
          </p:nvPr>
        </p:nvSpPr>
        <p:spPr/>
        <p:txBody>
          <a:bodyPr/>
          <a:lstStyle>
            <a:lvl1pPr>
              <a:defRPr/>
            </a:lvl1pPr>
          </a:lstStyle>
          <a:p>
            <a:r>
              <a:rPr lang="en-US" dirty="0"/>
              <a:t>Slide title</a:t>
            </a:r>
          </a:p>
        </p:txBody>
      </p:sp>
      <p:sp>
        <p:nvSpPr>
          <p:cNvPr id="2" name="Date Placeholder 1">
            <a:extLst>
              <a:ext uri="{FF2B5EF4-FFF2-40B4-BE49-F238E27FC236}">
                <a16:creationId xmlns:a16="http://schemas.microsoft.com/office/drawing/2014/main" id="{53788507-3E03-4FB3-A132-78A9397820B6}"/>
              </a:ext>
            </a:extLst>
          </p:cNvPr>
          <p:cNvSpPr>
            <a:spLocks noGrp="1"/>
          </p:cNvSpPr>
          <p:nvPr>
            <p:ph type="dt" sz="half" idx="10"/>
          </p:nvPr>
        </p:nvSpPr>
        <p:spPr/>
        <p:txBody>
          <a:bodyPr/>
          <a:lstStyle/>
          <a:p>
            <a:fld id="{33052DD4-CDE3-4E33-AB80-AED4CE4AC39A}" type="datetimeFigureOut">
              <a:rPr lang="en-US" smtClean="0"/>
              <a:t>1/4/2026</a:t>
            </a:fld>
            <a:endParaRPr lang="en-US"/>
          </a:p>
        </p:txBody>
      </p:sp>
      <p:sp>
        <p:nvSpPr>
          <p:cNvPr id="7" name="Footer Placeholder 6">
            <a:extLst>
              <a:ext uri="{FF2B5EF4-FFF2-40B4-BE49-F238E27FC236}">
                <a16:creationId xmlns:a16="http://schemas.microsoft.com/office/drawing/2014/main" id="{49E28F68-9BF2-4E8D-9900-2B961920C10C}"/>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E2468ACE-19CE-4D11-BE8C-BF854FA85EA3}"/>
              </a:ext>
            </a:extLst>
          </p:cNvPr>
          <p:cNvSpPr>
            <a:spLocks noGrp="1"/>
          </p:cNvSpPr>
          <p:nvPr>
            <p:ph type="sldNum" sz="quarter" idx="12"/>
          </p:nvPr>
        </p:nvSpPr>
        <p:spPr/>
        <p:txBody>
          <a:bodyPr/>
          <a:lstStyle/>
          <a:p>
            <a:fld id="{40A7B169-58CE-4E65-B1F9-ACF9E46440C2}" type="slidenum">
              <a:rPr lang="en-US" smtClean="0"/>
              <a:t>‹#›</a:t>
            </a:fld>
            <a:endParaRPr lang="en-US"/>
          </a:p>
        </p:txBody>
      </p:sp>
    </p:spTree>
    <p:extLst>
      <p:ext uri="{BB962C8B-B14F-4D97-AF65-F5344CB8AC3E}">
        <p14:creationId xmlns:p14="http://schemas.microsoft.com/office/powerpoint/2010/main" val="4156552837"/>
      </p:ext>
    </p:extLst>
  </p:cSld>
  <p:clrMapOvr>
    <a:masterClrMapping/>
  </p:clrMapOvr>
  <p:extLst>
    <p:ext uri="{DCECCB84-F9BA-43D5-87BE-67443E8EF086}">
      <p15:sldGuideLst xmlns:p15="http://schemas.microsoft.com/office/powerpoint/2012/main">
        <p15:guide id="1" orient="horz" pos="674">
          <p15:clr>
            <a:srgbClr val="FBAE40"/>
          </p15:clr>
        </p15:guide>
        <p15:guide id="2" orient="horz" pos="137">
          <p15:clr>
            <a:srgbClr val="FBAE40"/>
          </p15:clr>
        </p15:guide>
        <p15:guide id="3" pos="726">
          <p15:clr>
            <a:srgbClr val="FBAE40"/>
          </p15:clr>
        </p15:guide>
        <p15:guide id="4" pos="565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3"/>
          <p:cNvSpPr>
            <a:spLocks noGrp="1"/>
          </p:cNvSpPr>
          <p:nvPr>
            <p:ph type="title" hasCustomPrompt="1"/>
          </p:nvPr>
        </p:nvSpPr>
        <p:spPr/>
        <p:txBody>
          <a:bodyPr/>
          <a:lstStyle>
            <a:lvl1pPr>
              <a:defRPr/>
            </a:lvl1pPr>
          </a:lstStyle>
          <a:p>
            <a:r>
              <a:rPr lang="en-US" dirty="0"/>
              <a:t>Slide title</a:t>
            </a:r>
          </a:p>
        </p:txBody>
      </p:sp>
      <p:sp>
        <p:nvSpPr>
          <p:cNvPr id="2" name="Date Placeholder 1">
            <a:extLst>
              <a:ext uri="{FF2B5EF4-FFF2-40B4-BE49-F238E27FC236}">
                <a16:creationId xmlns:a16="http://schemas.microsoft.com/office/drawing/2014/main" id="{69297BAC-5561-499E-BBCB-6D6E1FD7DF7B}"/>
              </a:ext>
            </a:extLst>
          </p:cNvPr>
          <p:cNvSpPr>
            <a:spLocks noGrp="1"/>
          </p:cNvSpPr>
          <p:nvPr>
            <p:ph type="dt" sz="half" idx="10"/>
          </p:nvPr>
        </p:nvSpPr>
        <p:spPr/>
        <p:txBody>
          <a:bodyPr/>
          <a:lstStyle/>
          <a:p>
            <a:fld id="{33052DD4-CDE3-4E33-AB80-AED4CE4AC39A}" type="datetimeFigureOut">
              <a:rPr lang="en-US" smtClean="0"/>
              <a:t>1/4/2026</a:t>
            </a:fld>
            <a:endParaRPr lang="en-US"/>
          </a:p>
        </p:txBody>
      </p:sp>
      <p:sp>
        <p:nvSpPr>
          <p:cNvPr id="5" name="Footer Placeholder 4">
            <a:extLst>
              <a:ext uri="{FF2B5EF4-FFF2-40B4-BE49-F238E27FC236}">
                <a16:creationId xmlns:a16="http://schemas.microsoft.com/office/drawing/2014/main" id="{01525733-58EA-4C07-864D-B4CB76D0D5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875373-7992-498D-9AB1-3D8254424717}"/>
              </a:ext>
            </a:extLst>
          </p:cNvPr>
          <p:cNvSpPr>
            <a:spLocks noGrp="1"/>
          </p:cNvSpPr>
          <p:nvPr>
            <p:ph type="sldNum" sz="quarter" idx="12"/>
          </p:nvPr>
        </p:nvSpPr>
        <p:spPr/>
        <p:txBody>
          <a:bodyPr/>
          <a:lstStyle/>
          <a:p>
            <a:fld id="{40A7B169-58CE-4E65-B1F9-ACF9E46440C2}" type="slidenum">
              <a:rPr lang="en-US" smtClean="0"/>
              <a:t>‹#›</a:t>
            </a:fld>
            <a:endParaRPr lang="en-US"/>
          </a:p>
        </p:txBody>
      </p:sp>
    </p:spTree>
    <p:extLst>
      <p:ext uri="{BB962C8B-B14F-4D97-AF65-F5344CB8AC3E}">
        <p14:creationId xmlns:p14="http://schemas.microsoft.com/office/powerpoint/2010/main" val="1050055051"/>
      </p:ext>
    </p:extLst>
  </p:cSld>
  <p:clrMapOvr>
    <a:masterClrMapping/>
  </p:clrMapOvr>
  <p:extLst>
    <p:ext uri="{DCECCB84-F9BA-43D5-87BE-67443E8EF086}">
      <p15:sldGuideLst xmlns:p15="http://schemas.microsoft.com/office/powerpoint/2012/main">
        <p15:guide id="1" pos="5654">
          <p15:clr>
            <a:srgbClr val="FBAE40"/>
          </p15:clr>
        </p15:guide>
        <p15:guide id="2" orient="horz" pos="2160">
          <p15:clr>
            <a:srgbClr val="FBAE40"/>
          </p15:clr>
        </p15:guide>
        <p15:guide id="3" orient="horz" pos="674">
          <p15:clr>
            <a:srgbClr val="FBAE40"/>
          </p15:clr>
        </p15:guide>
        <p15:guide id="4" orient="horz" pos="137">
          <p15:clr>
            <a:srgbClr val="FBAE40"/>
          </p15:clr>
        </p15:guide>
        <p15:guide id="5" pos="72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125953C-BDCE-466C-B5D1-10A5597F7220}"/>
              </a:ext>
            </a:extLst>
          </p:cNvPr>
          <p:cNvSpPr>
            <a:spLocks noGrp="1"/>
          </p:cNvSpPr>
          <p:nvPr>
            <p:ph type="dt" sz="half" idx="10"/>
          </p:nvPr>
        </p:nvSpPr>
        <p:spPr/>
        <p:txBody>
          <a:bodyPr/>
          <a:lstStyle/>
          <a:p>
            <a:fld id="{33052DD4-CDE3-4E33-AB80-AED4CE4AC39A}" type="datetimeFigureOut">
              <a:rPr lang="en-US" smtClean="0"/>
              <a:t>1/4/2026</a:t>
            </a:fld>
            <a:endParaRPr lang="en-US"/>
          </a:p>
        </p:txBody>
      </p:sp>
      <p:sp>
        <p:nvSpPr>
          <p:cNvPr id="4" name="Footer Placeholder 3">
            <a:extLst>
              <a:ext uri="{FF2B5EF4-FFF2-40B4-BE49-F238E27FC236}">
                <a16:creationId xmlns:a16="http://schemas.microsoft.com/office/drawing/2014/main" id="{35093A61-3D0C-4D22-A38C-FED809C56B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CFF57E-942B-4161-B1AA-AAC9C60FE343}"/>
              </a:ext>
            </a:extLst>
          </p:cNvPr>
          <p:cNvSpPr>
            <a:spLocks noGrp="1"/>
          </p:cNvSpPr>
          <p:nvPr>
            <p:ph type="sldNum" sz="quarter" idx="12"/>
          </p:nvPr>
        </p:nvSpPr>
        <p:spPr/>
        <p:txBody>
          <a:bodyPr/>
          <a:lstStyle/>
          <a:p>
            <a:fld id="{40A7B169-58CE-4E65-B1F9-ACF9E46440C2}" type="slidenum">
              <a:rPr lang="en-US" smtClean="0"/>
              <a:t>‹#›</a:t>
            </a:fld>
            <a:endParaRPr lang="en-US"/>
          </a:p>
        </p:txBody>
      </p:sp>
    </p:spTree>
    <p:extLst>
      <p:ext uri="{BB962C8B-B14F-4D97-AF65-F5344CB8AC3E}">
        <p14:creationId xmlns:p14="http://schemas.microsoft.com/office/powerpoint/2010/main" val="122962061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674">
          <p15:clr>
            <a:srgbClr val="FBAE40"/>
          </p15:clr>
        </p15:guide>
        <p15:guide id="3" orient="horz" pos="137">
          <p15:clr>
            <a:srgbClr val="FBAE40"/>
          </p15:clr>
        </p15:guide>
        <p15:guide id="4" pos="72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4" name="Text Placeholder 22">
            <a:extLst>
              <a:ext uri="{FF2B5EF4-FFF2-40B4-BE49-F238E27FC236}">
                <a16:creationId xmlns:a16="http://schemas.microsoft.com/office/drawing/2014/main" id="{D15AA452-2F5A-B772-945B-B0CFC5F3FD90}"/>
              </a:ext>
            </a:extLst>
          </p:cNvPr>
          <p:cNvSpPr>
            <a:spLocks noGrp="1"/>
          </p:cNvSpPr>
          <p:nvPr>
            <p:ph type="body" sz="quarter" idx="14" hasCustomPrompt="1"/>
          </p:nvPr>
        </p:nvSpPr>
        <p:spPr>
          <a:xfrm>
            <a:off x="300038" y="1487433"/>
            <a:ext cx="731520" cy="731520"/>
          </a:xfrm>
          <a:solidFill>
            <a:schemeClr val="accent4"/>
          </a:solidFill>
        </p:spPr>
        <p:txBody>
          <a:bodyPr anchor="ctr"/>
          <a:lstStyle>
            <a:lvl1pPr marL="0" indent="0" algn="ctr">
              <a:buNone/>
              <a:defRPr sz="2800"/>
            </a:lvl1pPr>
          </a:lstStyle>
          <a:p>
            <a:pPr lvl="0"/>
            <a:r>
              <a:rPr lang="en-US" dirty="0"/>
              <a:t>#</a:t>
            </a:r>
          </a:p>
        </p:txBody>
      </p:sp>
      <p:sp>
        <p:nvSpPr>
          <p:cNvPr id="2" name="Title 1">
            <a:extLst>
              <a:ext uri="{FF2B5EF4-FFF2-40B4-BE49-F238E27FC236}">
                <a16:creationId xmlns:a16="http://schemas.microsoft.com/office/drawing/2014/main" id="{B389467D-4E3E-2E79-F1E3-71984118B362}"/>
              </a:ext>
            </a:extLst>
          </p:cNvPr>
          <p:cNvSpPr>
            <a:spLocks noGrp="1"/>
          </p:cNvSpPr>
          <p:nvPr>
            <p:ph type="title" hasCustomPrompt="1"/>
          </p:nvPr>
        </p:nvSpPr>
        <p:spPr/>
        <p:txBody>
          <a:bodyPr/>
          <a:lstStyle>
            <a:lvl1pPr>
              <a:defRPr/>
            </a:lvl1pPr>
          </a:lstStyle>
          <a:p>
            <a:r>
              <a:rPr lang="en-US" dirty="0"/>
              <a:t>Slide title</a:t>
            </a:r>
          </a:p>
        </p:txBody>
      </p:sp>
      <p:sp>
        <p:nvSpPr>
          <p:cNvPr id="3" name="Footer Placeholder 2">
            <a:extLst>
              <a:ext uri="{FF2B5EF4-FFF2-40B4-BE49-F238E27FC236}">
                <a16:creationId xmlns:a16="http://schemas.microsoft.com/office/drawing/2014/main" id="{B130C536-79BA-88B1-166F-BD74971E5AE6}"/>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BC20DF25-812A-35DC-2783-1BC33FB9C8AC}"/>
              </a:ext>
            </a:extLst>
          </p:cNvPr>
          <p:cNvSpPr>
            <a:spLocks noGrp="1"/>
          </p:cNvSpPr>
          <p:nvPr>
            <p:ph type="sldNum" sz="quarter" idx="11"/>
          </p:nvPr>
        </p:nvSpPr>
        <p:spPr/>
        <p:txBody>
          <a:bodyPr/>
          <a:lstStyle/>
          <a:p>
            <a:fld id="{40A7B169-58CE-4E65-B1F9-ACF9E46440C2}" type="slidenum">
              <a:rPr lang="en-US" smtClean="0"/>
              <a:t>‹#›</a:t>
            </a:fld>
            <a:endParaRPr lang="en-US"/>
          </a:p>
        </p:txBody>
      </p:sp>
      <p:sp>
        <p:nvSpPr>
          <p:cNvPr id="5" name="Date Placeholder 4">
            <a:extLst>
              <a:ext uri="{FF2B5EF4-FFF2-40B4-BE49-F238E27FC236}">
                <a16:creationId xmlns:a16="http://schemas.microsoft.com/office/drawing/2014/main" id="{FE15D2CF-A487-DE9E-414F-462D62049E40}"/>
              </a:ext>
            </a:extLst>
          </p:cNvPr>
          <p:cNvSpPr>
            <a:spLocks noGrp="1"/>
          </p:cNvSpPr>
          <p:nvPr>
            <p:ph type="dt" sz="half" idx="12"/>
          </p:nvPr>
        </p:nvSpPr>
        <p:spPr/>
        <p:txBody>
          <a:bodyPr/>
          <a:lstStyle/>
          <a:p>
            <a:fld id="{33052DD4-CDE3-4E33-AB80-AED4CE4AC39A}" type="datetimeFigureOut">
              <a:rPr lang="en-US" smtClean="0"/>
              <a:t>1/4/2026</a:t>
            </a:fld>
            <a:endParaRPr lang="en-US"/>
          </a:p>
        </p:txBody>
      </p:sp>
      <p:sp>
        <p:nvSpPr>
          <p:cNvPr id="23" name="Text Placeholder 22">
            <a:extLst>
              <a:ext uri="{FF2B5EF4-FFF2-40B4-BE49-F238E27FC236}">
                <a16:creationId xmlns:a16="http://schemas.microsoft.com/office/drawing/2014/main" id="{229F6FE6-9902-64DD-A000-F3C8D011E5A1}"/>
              </a:ext>
            </a:extLst>
          </p:cNvPr>
          <p:cNvSpPr>
            <a:spLocks noGrp="1"/>
          </p:cNvSpPr>
          <p:nvPr>
            <p:ph type="body" sz="quarter" idx="13" hasCustomPrompt="1"/>
          </p:nvPr>
        </p:nvSpPr>
        <p:spPr>
          <a:xfrm>
            <a:off x="1091649" y="1487433"/>
            <a:ext cx="4754880" cy="731520"/>
          </a:xfrm>
        </p:spPr>
        <p:txBody>
          <a:bodyPr anchor="ctr"/>
          <a:lstStyle>
            <a:lvl1pPr marL="0" indent="0">
              <a:buNone/>
              <a:defRPr sz="2800"/>
            </a:lvl1pPr>
          </a:lstStyle>
          <a:p>
            <a:pPr lvl="0"/>
            <a:r>
              <a:rPr lang="en-US" dirty="0"/>
              <a:t>Topic</a:t>
            </a:r>
          </a:p>
        </p:txBody>
      </p:sp>
      <p:sp>
        <p:nvSpPr>
          <p:cNvPr id="25" name="Text Placeholder 22">
            <a:extLst>
              <a:ext uri="{FF2B5EF4-FFF2-40B4-BE49-F238E27FC236}">
                <a16:creationId xmlns:a16="http://schemas.microsoft.com/office/drawing/2014/main" id="{6E4D8103-4194-5038-5BB3-B27BD01622E3}"/>
              </a:ext>
            </a:extLst>
          </p:cNvPr>
          <p:cNvSpPr>
            <a:spLocks noGrp="1"/>
          </p:cNvSpPr>
          <p:nvPr>
            <p:ph type="body" sz="quarter" idx="15" hasCustomPrompt="1"/>
          </p:nvPr>
        </p:nvSpPr>
        <p:spPr>
          <a:xfrm>
            <a:off x="300038" y="2624425"/>
            <a:ext cx="731520" cy="731520"/>
          </a:xfrm>
          <a:solidFill>
            <a:schemeClr val="accent4"/>
          </a:solidFill>
        </p:spPr>
        <p:txBody>
          <a:bodyPr anchor="ctr"/>
          <a:lstStyle>
            <a:lvl1pPr marL="0" indent="0" algn="ctr">
              <a:buNone/>
              <a:defRPr sz="2800"/>
            </a:lvl1pPr>
          </a:lstStyle>
          <a:p>
            <a:pPr lvl="0"/>
            <a:r>
              <a:rPr lang="en-US" dirty="0"/>
              <a:t>#</a:t>
            </a:r>
          </a:p>
        </p:txBody>
      </p:sp>
      <p:sp>
        <p:nvSpPr>
          <p:cNvPr id="26" name="Text Placeholder 22">
            <a:extLst>
              <a:ext uri="{FF2B5EF4-FFF2-40B4-BE49-F238E27FC236}">
                <a16:creationId xmlns:a16="http://schemas.microsoft.com/office/drawing/2014/main" id="{B333E01B-74F4-BD5A-C789-5CB514934AA4}"/>
              </a:ext>
            </a:extLst>
          </p:cNvPr>
          <p:cNvSpPr>
            <a:spLocks noGrp="1"/>
          </p:cNvSpPr>
          <p:nvPr>
            <p:ph type="body" sz="quarter" idx="16" hasCustomPrompt="1"/>
          </p:nvPr>
        </p:nvSpPr>
        <p:spPr>
          <a:xfrm>
            <a:off x="1091649" y="2624425"/>
            <a:ext cx="4754880" cy="731520"/>
          </a:xfrm>
        </p:spPr>
        <p:txBody>
          <a:bodyPr anchor="ctr"/>
          <a:lstStyle>
            <a:lvl1pPr marL="0" indent="0">
              <a:buNone/>
              <a:defRPr sz="2800"/>
            </a:lvl1pPr>
          </a:lstStyle>
          <a:p>
            <a:pPr lvl="0"/>
            <a:r>
              <a:rPr lang="en-US" dirty="0"/>
              <a:t>Topic</a:t>
            </a:r>
          </a:p>
        </p:txBody>
      </p:sp>
      <p:sp>
        <p:nvSpPr>
          <p:cNvPr id="27" name="Text Placeholder 22">
            <a:extLst>
              <a:ext uri="{FF2B5EF4-FFF2-40B4-BE49-F238E27FC236}">
                <a16:creationId xmlns:a16="http://schemas.microsoft.com/office/drawing/2014/main" id="{09017772-3244-6F37-2086-3BFA0683EAB0}"/>
              </a:ext>
            </a:extLst>
          </p:cNvPr>
          <p:cNvSpPr>
            <a:spLocks noGrp="1"/>
          </p:cNvSpPr>
          <p:nvPr>
            <p:ph type="body" sz="quarter" idx="17" hasCustomPrompt="1"/>
          </p:nvPr>
        </p:nvSpPr>
        <p:spPr>
          <a:xfrm>
            <a:off x="300038" y="3761417"/>
            <a:ext cx="731520" cy="731520"/>
          </a:xfrm>
          <a:solidFill>
            <a:schemeClr val="accent4"/>
          </a:solidFill>
        </p:spPr>
        <p:txBody>
          <a:bodyPr anchor="ctr"/>
          <a:lstStyle>
            <a:lvl1pPr marL="0" indent="0" algn="ctr">
              <a:buNone/>
              <a:defRPr sz="2800"/>
            </a:lvl1pPr>
          </a:lstStyle>
          <a:p>
            <a:pPr lvl="0"/>
            <a:r>
              <a:rPr lang="en-US" dirty="0"/>
              <a:t>#</a:t>
            </a:r>
          </a:p>
        </p:txBody>
      </p:sp>
      <p:sp>
        <p:nvSpPr>
          <p:cNvPr id="28" name="Text Placeholder 22">
            <a:extLst>
              <a:ext uri="{FF2B5EF4-FFF2-40B4-BE49-F238E27FC236}">
                <a16:creationId xmlns:a16="http://schemas.microsoft.com/office/drawing/2014/main" id="{0A08BA30-CC2E-1C99-57CB-92CBBB68B610}"/>
              </a:ext>
            </a:extLst>
          </p:cNvPr>
          <p:cNvSpPr>
            <a:spLocks noGrp="1"/>
          </p:cNvSpPr>
          <p:nvPr>
            <p:ph type="body" sz="quarter" idx="18" hasCustomPrompt="1"/>
          </p:nvPr>
        </p:nvSpPr>
        <p:spPr>
          <a:xfrm>
            <a:off x="1091649" y="3761417"/>
            <a:ext cx="4754880" cy="731520"/>
          </a:xfrm>
        </p:spPr>
        <p:txBody>
          <a:bodyPr anchor="ctr"/>
          <a:lstStyle>
            <a:lvl1pPr marL="0" indent="0">
              <a:buNone/>
              <a:defRPr sz="2800"/>
            </a:lvl1pPr>
          </a:lstStyle>
          <a:p>
            <a:pPr lvl="0"/>
            <a:r>
              <a:rPr lang="en-US" dirty="0"/>
              <a:t>Topic</a:t>
            </a:r>
          </a:p>
        </p:txBody>
      </p:sp>
      <p:sp>
        <p:nvSpPr>
          <p:cNvPr id="29" name="Text Placeholder 22">
            <a:extLst>
              <a:ext uri="{FF2B5EF4-FFF2-40B4-BE49-F238E27FC236}">
                <a16:creationId xmlns:a16="http://schemas.microsoft.com/office/drawing/2014/main" id="{E74361AC-E7BF-9BB0-D531-28E15A7ED06C}"/>
              </a:ext>
            </a:extLst>
          </p:cNvPr>
          <p:cNvSpPr>
            <a:spLocks noGrp="1"/>
          </p:cNvSpPr>
          <p:nvPr>
            <p:ph type="body" sz="quarter" idx="19" hasCustomPrompt="1"/>
          </p:nvPr>
        </p:nvSpPr>
        <p:spPr>
          <a:xfrm>
            <a:off x="300038" y="4898408"/>
            <a:ext cx="731520" cy="731520"/>
          </a:xfrm>
          <a:solidFill>
            <a:schemeClr val="accent4"/>
          </a:solidFill>
        </p:spPr>
        <p:txBody>
          <a:bodyPr anchor="ctr"/>
          <a:lstStyle>
            <a:lvl1pPr marL="0" indent="0" algn="ctr">
              <a:buNone/>
              <a:defRPr sz="2800"/>
            </a:lvl1pPr>
          </a:lstStyle>
          <a:p>
            <a:pPr lvl="0"/>
            <a:r>
              <a:rPr lang="en-US" dirty="0"/>
              <a:t>#</a:t>
            </a:r>
          </a:p>
        </p:txBody>
      </p:sp>
      <p:sp>
        <p:nvSpPr>
          <p:cNvPr id="30" name="Text Placeholder 22">
            <a:extLst>
              <a:ext uri="{FF2B5EF4-FFF2-40B4-BE49-F238E27FC236}">
                <a16:creationId xmlns:a16="http://schemas.microsoft.com/office/drawing/2014/main" id="{A2A63932-A9F1-75DE-B4ED-0D62394486DB}"/>
              </a:ext>
            </a:extLst>
          </p:cNvPr>
          <p:cNvSpPr>
            <a:spLocks noGrp="1"/>
          </p:cNvSpPr>
          <p:nvPr>
            <p:ph type="body" sz="quarter" idx="20" hasCustomPrompt="1"/>
          </p:nvPr>
        </p:nvSpPr>
        <p:spPr>
          <a:xfrm>
            <a:off x="1091649" y="4898408"/>
            <a:ext cx="4754880" cy="731520"/>
          </a:xfrm>
        </p:spPr>
        <p:txBody>
          <a:bodyPr anchor="ctr"/>
          <a:lstStyle>
            <a:lvl1pPr marL="0" indent="0">
              <a:buNone/>
              <a:defRPr sz="2800"/>
            </a:lvl1pPr>
          </a:lstStyle>
          <a:p>
            <a:pPr lvl="0"/>
            <a:r>
              <a:rPr lang="en-US" dirty="0"/>
              <a:t>Topic</a:t>
            </a:r>
          </a:p>
        </p:txBody>
      </p:sp>
      <p:sp>
        <p:nvSpPr>
          <p:cNvPr id="31" name="Text Placeholder 22">
            <a:extLst>
              <a:ext uri="{FF2B5EF4-FFF2-40B4-BE49-F238E27FC236}">
                <a16:creationId xmlns:a16="http://schemas.microsoft.com/office/drawing/2014/main" id="{B2E5A9C1-A2AB-4259-82F1-2AE3DFFDBA6C}"/>
              </a:ext>
            </a:extLst>
          </p:cNvPr>
          <p:cNvSpPr>
            <a:spLocks noGrp="1"/>
          </p:cNvSpPr>
          <p:nvPr>
            <p:ph type="body" sz="quarter" idx="21" hasCustomPrompt="1"/>
          </p:nvPr>
        </p:nvSpPr>
        <p:spPr>
          <a:xfrm>
            <a:off x="6096000" y="1487433"/>
            <a:ext cx="731520" cy="731520"/>
          </a:xfrm>
          <a:solidFill>
            <a:schemeClr val="accent4"/>
          </a:solidFill>
        </p:spPr>
        <p:txBody>
          <a:bodyPr anchor="ctr"/>
          <a:lstStyle>
            <a:lvl1pPr marL="0" indent="0" algn="ctr">
              <a:buNone/>
              <a:defRPr sz="2800"/>
            </a:lvl1pPr>
          </a:lstStyle>
          <a:p>
            <a:pPr lvl="0"/>
            <a:r>
              <a:rPr lang="en-US" dirty="0"/>
              <a:t>#</a:t>
            </a:r>
          </a:p>
        </p:txBody>
      </p:sp>
      <p:sp>
        <p:nvSpPr>
          <p:cNvPr id="32" name="Text Placeholder 22">
            <a:extLst>
              <a:ext uri="{FF2B5EF4-FFF2-40B4-BE49-F238E27FC236}">
                <a16:creationId xmlns:a16="http://schemas.microsoft.com/office/drawing/2014/main" id="{461B435B-C211-8417-11B1-5F46A1AC5953}"/>
              </a:ext>
            </a:extLst>
          </p:cNvPr>
          <p:cNvSpPr>
            <a:spLocks noGrp="1"/>
          </p:cNvSpPr>
          <p:nvPr>
            <p:ph type="body" sz="quarter" idx="22" hasCustomPrompt="1"/>
          </p:nvPr>
        </p:nvSpPr>
        <p:spPr>
          <a:xfrm>
            <a:off x="6887611" y="1487433"/>
            <a:ext cx="4754880" cy="731520"/>
          </a:xfrm>
        </p:spPr>
        <p:txBody>
          <a:bodyPr anchor="ctr"/>
          <a:lstStyle>
            <a:lvl1pPr marL="0" indent="0">
              <a:buNone/>
              <a:defRPr sz="2800"/>
            </a:lvl1pPr>
          </a:lstStyle>
          <a:p>
            <a:pPr lvl="0"/>
            <a:r>
              <a:rPr lang="en-US" dirty="0"/>
              <a:t>Topic</a:t>
            </a:r>
          </a:p>
        </p:txBody>
      </p:sp>
      <p:sp>
        <p:nvSpPr>
          <p:cNvPr id="33" name="Text Placeholder 22">
            <a:extLst>
              <a:ext uri="{FF2B5EF4-FFF2-40B4-BE49-F238E27FC236}">
                <a16:creationId xmlns:a16="http://schemas.microsoft.com/office/drawing/2014/main" id="{23E32E66-08FD-72CE-DA85-9B3671D6D2E1}"/>
              </a:ext>
            </a:extLst>
          </p:cNvPr>
          <p:cNvSpPr>
            <a:spLocks noGrp="1"/>
          </p:cNvSpPr>
          <p:nvPr>
            <p:ph type="body" sz="quarter" idx="23" hasCustomPrompt="1"/>
          </p:nvPr>
        </p:nvSpPr>
        <p:spPr>
          <a:xfrm>
            <a:off x="6096000" y="2624425"/>
            <a:ext cx="731520" cy="731520"/>
          </a:xfrm>
          <a:solidFill>
            <a:schemeClr val="accent4"/>
          </a:solidFill>
        </p:spPr>
        <p:txBody>
          <a:bodyPr anchor="ctr"/>
          <a:lstStyle>
            <a:lvl1pPr marL="0" indent="0" algn="ctr">
              <a:buNone/>
              <a:defRPr sz="2800"/>
            </a:lvl1pPr>
          </a:lstStyle>
          <a:p>
            <a:pPr lvl="0"/>
            <a:r>
              <a:rPr lang="en-US" dirty="0"/>
              <a:t>#</a:t>
            </a:r>
          </a:p>
        </p:txBody>
      </p:sp>
      <p:sp>
        <p:nvSpPr>
          <p:cNvPr id="34" name="Text Placeholder 22">
            <a:extLst>
              <a:ext uri="{FF2B5EF4-FFF2-40B4-BE49-F238E27FC236}">
                <a16:creationId xmlns:a16="http://schemas.microsoft.com/office/drawing/2014/main" id="{E0F050B4-6ECE-8FF8-A1AA-3F4C2FBA89D6}"/>
              </a:ext>
            </a:extLst>
          </p:cNvPr>
          <p:cNvSpPr>
            <a:spLocks noGrp="1"/>
          </p:cNvSpPr>
          <p:nvPr>
            <p:ph type="body" sz="quarter" idx="24" hasCustomPrompt="1"/>
          </p:nvPr>
        </p:nvSpPr>
        <p:spPr>
          <a:xfrm>
            <a:off x="6887611" y="2624425"/>
            <a:ext cx="4754880" cy="731520"/>
          </a:xfrm>
        </p:spPr>
        <p:txBody>
          <a:bodyPr anchor="ctr"/>
          <a:lstStyle>
            <a:lvl1pPr marL="0" indent="0">
              <a:buNone/>
              <a:defRPr sz="2800"/>
            </a:lvl1pPr>
          </a:lstStyle>
          <a:p>
            <a:pPr lvl="0"/>
            <a:r>
              <a:rPr lang="en-US" dirty="0"/>
              <a:t>Topic</a:t>
            </a:r>
          </a:p>
        </p:txBody>
      </p:sp>
      <p:sp>
        <p:nvSpPr>
          <p:cNvPr id="35" name="Text Placeholder 22">
            <a:extLst>
              <a:ext uri="{FF2B5EF4-FFF2-40B4-BE49-F238E27FC236}">
                <a16:creationId xmlns:a16="http://schemas.microsoft.com/office/drawing/2014/main" id="{C57D1331-E3D7-C1FD-541B-C64045C74224}"/>
              </a:ext>
            </a:extLst>
          </p:cNvPr>
          <p:cNvSpPr>
            <a:spLocks noGrp="1"/>
          </p:cNvSpPr>
          <p:nvPr>
            <p:ph type="body" sz="quarter" idx="25" hasCustomPrompt="1"/>
          </p:nvPr>
        </p:nvSpPr>
        <p:spPr>
          <a:xfrm>
            <a:off x="6096000" y="3761417"/>
            <a:ext cx="731520" cy="731520"/>
          </a:xfrm>
          <a:solidFill>
            <a:schemeClr val="accent4"/>
          </a:solidFill>
        </p:spPr>
        <p:txBody>
          <a:bodyPr anchor="ctr"/>
          <a:lstStyle>
            <a:lvl1pPr marL="0" indent="0" algn="ctr">
              <a:buNone/>
              <a:defRPr sz="2800"/>
            </a:lvl1pPr>
          </a:lstStyle>
          <a:p>
            <a:pPr lvl="0"/>
            <a:r>
              <a:rPr lang="en-US" dirty="0"/>
              <a:t>#</a:t>
            </a:r>
          </a:p>
        </p:txBody>
      </p:sp>
      <p:sp>
        <p:nvSpPr>
          <p:cNvPr id="36" name="Text Placeholder 22">
            <a:extLst>
              <a:ext uri="{FF2B5EF4-FFF2-40B4-BE49-F238E27FC236}">
                <a16:creationId xmlns:a16="http://schemas.microsoft.com/office/drawing/2014/main" id="{FCBB95E6-B6D9-2B1A-115E-09D087D4660E}"/>
              </a:ext>
            </a:extLst>
          </p:cNvPr>
          <p:cNvSpPr>
            <a:spLocks noGrp="1"/>
          </p:cNvSpPr>
          <p:nvPr>
            <p:ph type="body" sz="quarter" idx="26" hasCustomPrompt="1"/>
          </p:nvPr>
        </p:nvSpPr>
        <p:spPr>
          <a:xfrm>
            <a:off x="6887611" y="3761417"/>
            <a:ext cx="4754880" cy="731520"/>
          </a:xfrm>
        </p:spPr>
        <p:txBody>
          <a:bodyPr anchor="ctr"/>
          <a:lstStyle>
            <a:lvl1pPr marL="0" indent="0">
              <a:buNone/>
              <a:defRPr sz="2800"/>
            </a:lvl1pPr>
          </a:lstStyle>
          <a:p>
            <a:pPr lvl="0"/>
            <a:r>
              <a:rPr lang="en-US" dirty="0"/>
              <a:t>Topic</a:t>
            </a:r>
          </a:p>
        </p:txBody>
      </p:sp>
      <p:sp>
        <p:nvSpPr>
          <p:cNvPr id="37" name="Text Placeholder 22">
            <a:extLst>
              <a:ext uri="{FF2B5EF4-FFF2-40B4-BE49-F238E27FC236}">
                <a16:creationId xmlns:a16="http://schemas.microsoft.com/office/drawing/2014/main" id="{1AED3D0D-2221-0F28-6404-8DE7BBE38091}"/>
              </a:ext>
            </a:extLst>
          </p:cNvPr>
          <p:cNvSpPr>
            <a:spLocks noGrp="1"/>
          </p:cNvSpPr>
          <p:nvPr>
            <p:ph type="body" sz="quarter" idx="27" hasCustomPrompt="1"/>
          </p:nvPr>
        </p:nvSpPr>
        <p:spPr>
          <a:xfrm>
            <a:off x="6096000" y="4898408"/>
            <a:ext cx="731520" cy="731520"/>
          </a:xfrm>
          <a:solidFill>
            <a:schemeClr val="accent4"/>
          </a:solidFill>
        </p:spPr>
        <p:txBody>
          <a:bodyPr anchor="ctr"/>
          <a:lstStyle>
            <a:lvl1pPr marL="0" indent="0" algn="ctr">
              <a:buNone/>
              <a:defRPr sz="2800"/>
            </a:lvl1pPr>
          </a:lstStyle>
          <a:p>
            <a:pPr lvl="0"/>
            <a:r>
              <a:rPr lang="en-US" dirty="0"/>
              <a:t>#</a:t>
            </a:r>
          </a:p>
        </p:txBody>
      </p:sp>
      <p:sp>
        <p:nvSpPr>
          <p:cNvPr id="38" name="Text Placeholder 22">
            <a:extLst>
              <a:ext uri="{FF2B5EF4-FFF2-40B4-BE49-F238E27FC236}">
                <a16:creationId xmlns:a16="http://schemas.microsoft.com/office/drawing/2014/main" id="{A72B0B48-D3AF-3DBD-FB54-005779ED399C}"/>
              </a:ext>
            </a:extLst>
          </p:cNvPr>
          <p:cNvSpPr>
            <a:spLocks noGrp="1"/>
          </p:cNvSpPr>
          <p:nvPr>
            <p:ph type="body" sz="quarter" idx="28" hasCustomPrompt="1"/>
          </p:nvPr>
        </p:nvSpPr>
        <p:spPr>
          <a:xfrm>
            <a:off x="6887611" y="4898408"/>
            <a:ext cx="4754880" cy="731520"/>
          </a:xfrm>
        </p:spPr>
        <p:txBody>
          <a:bodyPr anchor="ctr"/>
          <a:lstStyle>
            <a:lvl1pPr marL="0" indent="0">
              <a:buNone/>
              <a:defRPr sz="2800"/>
            </a:lvl1pPr>
          </a:lstStyle>
          <a:p>
            <a:pPr lvl="0"/>
            <a:r>
              <a:rPr lang="en-US" dirty="0"/>
              <a:t>Topic</a:t>
            </a:r>
          </a:p>
        </p:txBody>
      </p:sp>
    </p:spTree>
    <p:extLst>
      <p:ext uri="{BB962C8B-B14F-4D97-AF65-F5344CB8AC3E}">
        <p14:creationId xmlns:p14="http://schemas.microsoft.com/office/powerpoint/2010/main" val="3661350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5F8E72F1-E261-A4D3-03FD-FCC351987924}"/>
              </a:ext>
            </a:extLst>
          </p:cNvPr>
          <p:cNvGrpSpPr/>
          <p:nvPr userDrawn="1"/>
        </p:nvGrpSpPr>
        <p:grpSpPr>
          <a:xfrm>
            <a:off x="0" y="0"/>
            <a:ext cx="12192000" cy="6858000"/>
            <a:chOff x="0" y="0"/>
            <a:chExt cx="12192000" cy="6858000"/>
          </a:xfrm>
        </p:grpSpPr>
        <p:sp>
          <p:nvSpPr>
            <p:cNvPr id="12" name="Rectangle 11">
              <a:extLst>
                <a:ext uri="{FF2B5EF4-FFF2-40B4-BE49-F238E27FC236}">
                  <a16:creationId xmlns:a16="http://schemas.microsoft.com/office/drawing/2014/main" id="{2A1E53E3-FC79-490F-927D-EDA5C06E6818}"/>
                </a:ext>
              </a:extLst>
            </p:cNvPr>
            <p:cNvSpPr/>
            <p:nvPr userDrawn="1"/>
          </p:nvSpPr>
          <p:spPr>
            <a:xfrm>
              <a:off x="0" y="0"/>
              <a:ext cx="12192000" cy="6854862"/>
            </a:xfrm>
            <a:prstGeom prst="rect">
              <a:avLst/>
            </a:prstGeom>
            <a:solidFill>
              <a:srgbClr val="0023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07C8CE8D-FE25-40F5-A966-5717F85ACF9F}"/>
                </a:ext>
              </a:extLst>
            </p:cNvPr>
            <p:cNvPicPr>
              <a:picLocks noChangeAspect="1"/>
            </p:cNvPicPr>
            <p:nvPr userDrawn="1"/>
          </p:nvPicPr>
          <p:blipFill>
            <a:blip r:embed="rId2"/>
            <a:stretch>
              <a:fillRect/>
            </a:stretch>
          </p:blipFill>
          <p:spPr>
            <a:xfrm>
              <a:off x="2959336" y="1565049"/>
              <a:ext cx="6273328" cy="2280102"/>
            </a:xfrm>
            <a:prstGeom prst="rect">
              <a:avLst/>
            </a:prstGeom>
          </p:spPr>
        </p:pic>
        <p:sp>
          <p:nvSpPr>
            <p:cNvPr id="4" name="Rectangle 3">
              <a:extLst>
                <a:ext uri="{FF2B5EF4-FFF2-40B4-BE49-F238E27FC236}">
                  <a16:creationId xmlns:a16="http://schemas.microsoft.com/office/drawing/2014/main" id="{D994F7AD-3707-136B-D04F-5BE5160AF4A4}"/>
                </a:ext>
              </a:extLst>
            </p:cNvPr>
            <p:cNvSpPr/>
            <p:nvPr userDrawn="1"/>
          </p:nvSpPr>
          <p:spPr>
            <a:xfrm>
              <a:off x="0" y="5580993"/>
              <a:ext cx="12192000" cy="127700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6" name="Rectangle 5">
              <a:extLst>
                <a:ext uri="{FF2B5EF4-FFF2-40B4-BE49-F238E27FC236}">
                  <a16:creationId xmlns:a16="http://schemas.microsoft.com/office/drawing/2014/main" id="{A970C644-A64B-B0FF-7271-99A256079D04}"/>
                </a:ext>
              </a:extLst>
            </p:cNvPr>
            <p:cNvSpPr/>
            <p:nvPr userDrawn="1"/>
          </p:nvSpPr>
          <p:spPr>
            <a:xfrm>
              <a:off x="219558" y="5822714"/>
              <a:ext cx="9395219" cy="830997"/>
            </a:xfrm>
            <a:prstGeom prst="rect">
              <a:avLst/>
            </a:prstGeom>
          </p:spPr>
          <p:txBody>
            <a:bodyPr wrap="square">
              <a:spAutoFit/>
            </a:bodyPr>
            <a:lstStyle/>
            <a:p>
              <a:r>
                <a:rPr lang="en-US" sz="1200" dirty="0">
                  <a:solidFill>
                    <a:srgbClr val="00234B"/>
                  </a:solidFill>
                  <a:latin typeface="Arial" panose="020B0604020202020204" pitchFamily="34" charset="0"/>
                </a:rPr>
                <a:t>© STMicroelectronics - All rights reserved.</a:t>
              </a:r>
              <a:br>
                <a:rPr lang="en-US" sz="1200" dirty="0">
                  <a:solidFill>
                    <a:srgbClr val="00234B"/>
                  </a:solidFill>
                  <a:latin typeface="Arial" panose="020B0604020202020204" pitchFamily="34" charset="0"/>
                </a:rPr>
              </a:br>
              <a:r>
                <a:rPr lang="en-US" sz="1200" kern="1200" dirty="0">
                  <a:solidFill>
                    <a:srgbClr val="00234B"/>
                  </a:solidFill>
                  <a:latin typeface="Arial" panose="020B0604020202020204" pitchFamily="34" charset="0"/>
                  <a:ea typeface="+mn-ea"/>
                  <a:cs typeface="+mn-cs"/>
                </a:rPr>
                <a:t>ST logo is a trademark or a registered trademark of STMicroelectronics International NV or its affiliates in the EU and/or other countries. For additional information about ST trademarks, please refer to </a:t>
              </a:r>
              <a:r>
                <a:rPr lang="en-US" sz="1200" kern="1200" dirty="0">
                  <a:solidFill>
                    <a:srgbClr val="00234B"/>
                  </a:solidFill>
                  <a:latin typeface="Arial" panose="020B0604020202020204" pitchFamily="34" charset="0"/>
                  <a:ea typeface="+mn-ea"/>
                  <a:cs typeface="+mn-cs"/>
                  <a:hlinkClick r:id="rId3">
                    <a:extLst>
                      <a:ext uri="{A12FA001-AC4F-418D-AE19-62706E023703}">
                        <ahyp:hlinkClr xmlns:ahyp="http://schemas.microsoft.com/office/drawing/2018/hyperlinkcolor" val="tx"/>
                      </a:ext>
                    </a:extLst>
                  </a:hlinkClick>
                </a:rPr>
                <a:t>www.st.com/trademarks</a:t>
              </a:r>
              <a:r>
                <a:rPr lang="en-US" sz="1200" kern="1200" dirty="0">
                  <a:solidFill>
                    <a:srgbClr val="00234B"/>
                  </a:solidFill>
                  <a:latin typeface="Arial" panose="020B0604020202020204" pitchFamily="34" charset="0"/>
                  <a:ea typeface="+mn-ea"/>
                  <a:cs typeface="+mn-cs"/>
                </a:rPr>
                <a:t>. </a:t>
              </a:r>
              <a:br>
                <a:rPr lang="en-US" sz="1200" kern="1200" dirty="0">
                  <a:solidFill>
                    <a:srgbClr val="00234B"/>
                  </a:solidFill>
                  <a:latin typeface="Arial" panose="020B0604020202020204" pitchFamily="34" charset="0"/>
                  <a:ea typeface="+mn-ea"/>
                  <a:cs typeface="+mn-cs"/>
                </a:rPr>
              </a:br>
              <a:r>
                <a:rPr lang="en-US" sz="1200" kern="1200" dirty="0">
                  <a:solidFill>
                    <a:srgbClr val="00234B"/>
                  </a:solidFill>
                  <a:latin typeface="Arial" panose="020B0604020202020204" pitchFamily="34" charset="0"/>
                  <a:ea typeface="+mn-ea"/>
                  <a:cs typeface="+mn-cs"/>
                </a:rPr>
                <a:t>All other product or service names are the property of their respective owners.</a:t>
              </a:r>
            </a:p>
          </p:txBody>
        </p:sp>
        <p:pic>
          <p:nvPicPr>
            <p:cNvPr id="7" name="Graphic 6">
              <a:extLst>
                <a:ext uri="{FF2B5EF4-FFF2-40B4-BE49-F238E27FC236}">
                  <a16:creationId xmlns:a16="http://schemas.microsoft.com/office/drawing/2014/main" id="{DF6297DC-F8E9-1EA8-8CF6-587BC0B48C5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66753" y="5668010"/>
              <a:ext cx="1591910" cy="1097280"/>
            </a:xfrm>
            <a:prstGeom prst="rect">
              <a:avLst/>
            </a:prstGeom>
          </p:spPr>
        </p:pic>
      </p:grpSp>
    </p:spTree>
    <p:extLst>
      <p:ext uri="{BB962C8B-B14F-4D97-AF65-F5344CB8AC3E}">
        <p14:creationId xmlns:p14="http://schemas.microsoft.com/office/powerpoint/2010/main" val="630001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0037" y="-1"/>
            <a:ext cx="11609159" cy="1304925"/>
          </a:xfrm>
          <a:prstGeom prst="rect">
            <a:avLst/>
          </a:prstGeom>
        </p:spPr>
        <p:txBody>
          <a:bodyPr vert="horz" lIns="91440" tIns="45720" rIns="90000" bIns="45720" rtlCol="0" anchor="ctr">
            <a:noAutofit/>
          </a:bodyPr>
          <a:lstStyle/>
          <a:p>
            <a:pPr lvl="0" algn="r"/>
            <a:r>
              <a:rPr lang="en-US" dirty="0"/>
              <a:t>Slide title</a:t>
            </a:r>
          </a:p>
        </p:txBody>
      </p:sp>
      <p:sp>
        <p:nvSpPr>
          <p:cNvPr id="3" name="Text Placeholder 2"/>
          <p:cNvSpPr>
            <a:spLocks noGrp="1"/>
          </p:cNvSpPr>
          <p:nvPr>
            <p:ph type="body" idx="1"/>
          </p:nvPr>
        </p:nvSpPr>
        <p:spPr>
          <a:xfrm>
            <a:off x="300038" y="1484313"/>
            <a:ext cx="11591925" cy="4608512"/>
          </a:xfrm>
          <a:prstGeom prst="rect">
            <a:avLst/>
          </a:prstGeom>
        </p:spPr>
        <p:txBody>
          <a:bodyPr vert="horz" lIns="91440" tIns="45720" rIns="90000" bIns="45720" rtlCol="0">
            <a:noAutofit/>
          </a:bodyPr>
          <a:lstStyle/>
          <a:p>
            <a:pPr lvl="0"/>
            <a:r>
              <a:rPr lang="en-US" dirty="0"/>
              <a:t>First level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6070600" y="6330968"/>
            <a:ext cx="5483314" cy="292554"/>
          </a:xfrm>
          <a:prstGeom prst="rect">
            <a:avLst/>
          </a:prstGeom>
        </p:spPr>
        <p:txBody>
          <a:bodyPr vert="horz" lIns="90000" tIns="45720" rIns="90000" bIns="45720" rtlCol="0" anchor="b"/>
          <a:lstStyle>
            <a:lvl1pPr algn="r">
              <a:defRPr lang="en-US" sz="1100" b="0">
                <a:solidFill>
                  <a:schemeClr val="tx2"/>
                </a:solidFill>
              </a:defRPr>
            </a:lvl1pPr>
          </a:lstStyle>
          <a:p>
            <a:endParaRPr lang="en-US"/>
          </a:p>
        </p:txBody>
      </p:sp>
      <p:sp>
        <p:nvSpPr>
          <p:cNvPr id="6" name="Slide Number Placeholder 5"/>
          <p:cNvSpPr>
            <a:spLocks noGrp="1"/>
          </p:cNvSpPr>
          <p:nvPr>
            <p:ph type="sldNum" sz="quarter" idx="4"/>
          </p:nvPr>
        </p:nvSpPr>
        <p:spPr>
          <a:xfrm>
            <a:off x="11610261" y="6330968"/>
            <a:ext cx="411004" cy="292554"/>
          </a:xfrm>
          <a:prstGeom prst="rect">
            <a:avLst/>
          </a:prstGeom>
        </p:spPr>
        <p:txBody>
          <a:bodyPr vert="horz" lIns="0" tIns="46800" rIns="0" bIns="46800" rtlCol="0" anchor="b"/>
          <a:lstStyle>
            <a:lvl1pPr algn="r">
              <a:defRPr lang="en-US" sz="1100" b="0" smtClean="0">
                <a:solidFill>
                  <a:schemeClr val="tx2"/>
                </a:solidFill>
              </a:defRPr>
            </a:lvl1pPr>
          </a:lstStyle>
          <a:p>
            <a:fld id="{40A7B169-58CE-4E65-B1F9-ACF9E46440C2}" type="slidenum">
              <a:rPr lang="en-US" smtClean="0"/>
              <a:t>‹#›</a:t>
            </a:fld>
            <a:endParaRPr lang="en-US"/>
          </a:p>
        </p:txBody>
      </p:sp>
      <p:sp>
        <p:nvSpPr>
          <p:cNvPr id="4" name="Date Placeholder 3"/>
          <p:cNvSpPr>
            <a:spLocks noGrp="1"/>
          </p:cNvSpPr>
          <p:nvPr>
            <p:ph type="dt" sz="half" idx="2"/>
          </p:nvPr>
        </p:nvSpPr>
        <p:spPr>
          <a:xfrm>
            <a:off x="4857517" y="6330968"/>
            <a:ext cx="1184909" cy="292554"/>
          </a:xfrm>
          <a:prstGeom prst="rect">
            <a:avLst/>
          </a:prstGeom>
        </p:spPr>
        <p:txBody>
          <a:bodyPr vert="horz" lIns="91440" tIns="45720" rIns="91440" bIns="45720" rtlCol="0" anchor="b"/>
          <a:lstStyle>
            <a:lvl1pPr algn="r">
              <a:defRPr sz="1100" b="0">
                <a:solidFill>
                  <a:schemeClr val="tx2"/>
                </a:solidFill>
              </a:defRPr>
            </a:lvl1pPr>
          </a:lstStyle>
          <a:p>
            <a:fld id="{33052DD4-CDE3-4E33-AB80-AED4CE4AC39A}" type="datetimeFigureOut">
              <a:rPr lang="en-US" smtClean="0"/>
              <a:t>1/4/2026</a:t>
            </a:fld>
            <a:endParaRPr lang="en-US"/>
          </a:p>
        </p:txBody>
      </p:sp>
      <p:sp>
        <p:nvSpPr>
          <p:cNvPr id="9" name="Rectangle 8">
            <a:extLst>
              <a:ext uri="{FF2B5EF4-FFF2-40B4-BE49-F238E27FC236}">
                <a16:creationId xmlns:a16="http://schemas.microsoft.com/office/drawing/2014/main" id="{57CD4E90-0AD7-41F7-BEF4-B339EC998E49}"/>
              </a:ext>
            </a:extLst>
          </p:cNvPr>
          <p:cNvSpPr/>
          <p:nvPr/>
        </p:nvSpPr>
        <p:spPr>
          <a:xfrm>
            <a:off x="12004894" y="0"/>
            <a:ext cx="187105" cy="1143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DC1749DD-5CB4-BAFF-5C24-97F0F00F15F6}"/>
              </a:ext>
            </a:extLst>
          </p:cNvPr>
          <p:cNvGrpSpPr/>
          <p:nvPr userDrawn="1"/>
        </p:nvGrpSpPr>
        <p:grpSpPr>
          <a:xfrm>
            <a:off x="-350520" y="4319928"/>
            <a:ext cx="317500" cy="952500"/>
            <a:chOff x="-342900" y="4319928"/>
            <a:chExt cx="317500" cy="952500"/>
          </a:xfrm>
        </p:grpSpPr>
        <p:sp>
          <p:nvSpPr>
            <p:cNvPr id="43" name="ColorPatch">
              <a:extLst>
                <a:ext uri="{FF2B5EF4-FFF2-40B4-BE49-F238E27FC236}">
                  <a16:creationId xmlns:a16="http://schemas.microsoft.com/office/drawing/2014/main" id="{A2E2F886-C330-51CE-B5C9-AB46F1404BB1}"/>
                </a:ext>
              </a:extLst>
            </p:cNvPr>
            <p:cNvSpPr/>
            <p:nvPr userDrawn="1"/>
          </p:nvSpPr>
          <p:spPr>
            <a:xfrm>
              <a:off x="-342900" y="4954928"/>
              <a:ext cx="317500" cy="317500"/>
            </a:xfrm>
            <a:prstGeom prst="rect">
              <a:avLst/>
            </a:prstGeom>
            <a:solidFill>
              <a:srgbClr val="EEEFF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44" name="ColorPatch">
              <a:extLst>
                <a:ext uri="{FF2B5EF4-FFF2-40B4-BE49-F238E27FC236}">
                  <a16:creationId xmlns:a16="http://schemas.microsoft.com/office/drawing/2014/main" id="{FDB36328-023C-D8C1-7E6B-A648091D0ED0}"/>
                </a:ext>
              </a:extLst>
            </p:cNvPr>
            <p:cNvSpPr/>
            <p:nvPr userDrawn="1"/>
          </p:nvSpPr>
          <p:spPr>
            <a:xfrm>
              <a:off x="-342900" y="4637428"/>
              <a:ext cx="317500" cy="317500"/>
            </a:xfrm>
            <a:prstGeom prst="rect">
              <a:avLst/>
            </a:prstGeom>
            <a:solidFill>
              <a:srgbClr val="A6ADB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45" name="ColorPatch">
              <a:extLst>
                <a:ext uri="{FF2B5EF4-FFF2-40B4-BE49-F238E27FC236}">
                  <a16:creationId xmlns:a16="http://schemas.microsoft.com/office/drawing/2014/main" id="{9F8E65A1-0412-05F6-3F82-8EB79873A102}"/>
                </a:ext>
              </a:extLst>
            </p:cNvPr>
            <p:cNvSpPr/>
            <p:nvPr userDrawn="1"/>
          </p:nvSpPr>
          <p:spPr>
            <a:xfrm>
              <a:off x="-342900" y="4319928"/>
              <a:ext cx="317500" cy="317500"/>
            </a:xfrm>
            <a:prstGeom prst="rect">
              <a:avLst/>
            </a:prstGeom>
            <a:solidFill>
              <a:srgbClr val="525A63"/>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grpSp>
      <p:grpSp>
        <p:nvGrpSpPr>
          <p:cNvPr id="49" name="Group 48">
            <a:extLst>
              <a:ext uri="{FF2B5EF4-FFF2-40B4-BE49-F238E27FC236}">
                <a16:creationId xmlns:a16="http://schemas.microsoft.com/office/drawing/2014/main" id="{7732C244-0C14-30D0-0478-36AA2A9F0B44}"/>
              </a:ext>
            </a:extLst>
          </p:cNvPr>
          <p:cNvGrpSpPr/>
          <p:nvPr userDrawn="1"/>
        </p:nvGrpSpPr>
        <p:grpSpPr>
          <a:xfrm>
            <a:off x="-350520" y="2879952"/>
            <a:ext cx="317500" cy="1270000"/>
            <a:chOff x="-342900" y="2879952"/>
            <a:chExt cx="317500" cy="1270000"/>
          </a:xfrm>
        </p:grpSpPr>
        <p:sp>
          <p:nvSpPr>
            <p:cNvPr id="50" name="ColorPatch">
              <a:extLst>
                <a:ext uri="{FF2B5EF4-FFF2-40B4-BE49-F238E27FC236}">
                  <a16:creationId xmlns:a16="http://schemas.microsoft.com/office/drawing/2014/main" id="{31E1361B-325C-EE46-1B21-F5A3ABF1D2F3}"/>
                </a:ext>
              </a:extLst>
            </p:cNvPr>
            <p:cNvSpPr/>
            <p:nvPr userDrawn="1"/>
          </p:nvSpPr>
          <p:spPr>
            <a:xfrm>
              <a:off x="-342900" y="3832452"/>
              <a:ext cx="317500" cy="317500"/>
            </a:xfrm>
            <a:prstGeom prst="rect">
              <a:avLst/>
            </a:prstGeom>
            <a:solidFill>
              <a:srgbClr val="FFF4BF"/>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1" name="ColorPatch">
              <a:extLst>
                <a:ext uri="{FF2B5EF4-FFF2-40B4-BE49-F238E27FC236}">
                  <a16:creationId xmlns:a16="http://schemas.microsoft.com/office/drawing/2014/main" id="{721D0BC2-53DB-3884-688A-247574811D85}"/>
                </a:ext>
              </a:extLst>
            </p:cNvPr>
            <p:cNvSpPr/>
            <p:nvPr userDrawn="1"/>
          </p:nvSpPr>
          <p:spPr>
            <a:xfrm>
              <a:off x="-342900" y="3515520"/>
              <a:ext cx="317500" cy="317500"/>
            </a:xfrm>
            <a:prstGeom prst="rect">
              <a:avLst/>
            </a:prstGeom>
            <a:solidFill>
              <a:srgbClr val="FFE87F"/>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2" name="ColorPatch">
              <a:extLst>
                <a:ext uri="{FF2B5EF4-FFF2-40B4-BE49-F238E27FC236}">
                  <a16:creationId xmlns:a16="http://schemas.microsoft.com/office/drawing/2014/main" id="{3D10437D-D613-EB33-523B-3A294D6295FE}"/>
                </a:ext>
              </a:extLst>
            </p:cNvPr>
            <p:cNvSpPr/>
            <p:nvPr userDrawn="1"/>
          </p:nvSpPr>
          <p:spPr>
            <a:xfrm>
              <a:off x="-342900" y="3197452"/>
              <a:ext cx="317500" cy="317500"/>
            </a:xfrm>
            <a:prstGeom prst="rect">
              <a:avLst/>
            </a:prstGeom>
            <a:solidFill>
              <a:srgbClr val="FFDD40"/>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3" name="ColorPatch">
              <a:extLst>
                <a:ext uri="{FF2B5EF4-FFF2-40B4-BE49-F238E27FC236}">
                  <a16:creationId xmlns:a16="http://schemas.microsoft.com/office/drawing/2014/main" id="{7605F83F-A2B9-B477-973E-B28376961D98}"/>
                </a:ext>
              </a:extLst>
            </p:cNvPr>
            <p:cNvSpPr/>
            <p:nvPr userDrawn="1"/>
          </p:nvSpPr>
          <p:spPr>
            <a:xfrm>
              <a:off x="-342900" y="2879952"/>
              <a:ext cx="317500" cy="317500"/>
            </a:xfrm>
            <a:prstGeom prst="rect">
              <a:avLst/>
            </a:prstGeom>
            <a:solidFill>
              <a:srgbClr val="FFD200"/>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grpSp>
      <p:grpSp>
        <p:nvGrpSpPr>
          <p:cNvPr id="54" name="Group 53">
            <a:extLst>
              <a:ext uri="{FF2B5EF4-FFF2-40B4-BE49-F238E27FC236}">
                <a16:creationId xmlns:a16="http://schemas.microsoft.com/office/drawing/2014/main" id="{F75168C8-3C72-052F-C7C0-7CD4B023E7F9}"/>
              </a:ext>
            </a:extLst>
          </p:cNvPr>
          <p:cNvGrpSpPr/>
          <p:nvPr userDrawn="1"/>
        </p:nvGrpSpPr>
        <p:grpSpPr>
          <a:xfrm>
            <a:off x="-350520" y="1439976"/>
            <a:ext cx="317500" cy="1270000"/>
            <a:chOff x="-342900" y="1439976"/>
            <a:chExt cx="317500" cy="1270000"/>
          </a:xfrm>
        </p:grpSpPr>
        <p:sp>
          <p:nvSpPr>
            <p:cNvPr id="55" name="ColorPatch">
              <a:extLst>
                <a:ext uri="{FF2B5EF4-FFF2-40B4-BE49-F238E27FC236}">
                  <a16:creationId xmlns:a16="http://schemas.microsoft.com/office/drawing/2014/main" id="{4A6E12F2-EF64-A2CC-1E25-B6F6B23289F8}"/>
                </a:ext>
              </a:extLst>
            </p:cNvPr>
            <p:cNvSpPr/>
            <p:nvPr userDrawn="1"/>
          </p:nvSpPr>
          <p:spPr>
            <a:xfrm>
              <a:off x="-342900" y="2392476"/>
              <a:ext cx="317500" cy="317500"/>
            </a:xfrm>
            <a:prstGeom prst="rect">
              <a:avLst/>
            </a:prstGeom>
            <a:solidFill>
              <a:srgbClr val="CEECF9"/>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6" name="ColorPatch">
              <a:extLst>
                <a:ext uri="{FF2B5EF4-FFF2-40B4-BE49-F238E27FC236}">
                  <a16:creationId xmlns:a16="http://schemas.microsoft.com/office/drawing/2014/main" id="{DF4090A9-80E3-4F93-64FD-1A4F5C9704A1}"/>
                </a:ext>
              </a:extLst>
            </p:cNvPr>
            <p:cNvSpPr/>
            <p:nvPr userDrawn="1"/>
          </p:nvSpPr>
          <p:spPr>
            <a:xfrm>
              <a:off x="-342900" y="2074976"/>
              <a:ext cx="317500" cy="317500"/>
            </a:xfrm>
            <a:prstGeom prst="rect">
              <a:avLst/>
            </a:prstGeom>
            <a:solidFill>
              <a:srgbClr val="9DD9F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7" name="ColorPatch">
              <a:extLst>
                <a:ext uri="{FF2B5EF4-FFF2-40B4-BE49-F238E27FC236}">
                  <a16:creationId xmlns:a16="http://schemas.microsoft.com/office/drawing/2014/main" id="{383C7A3C-7DEE-3289-0A64-6DC893E895F6}"/>
                </a:ext>
              </a:extLst>
            </p:cNvPr>
            <p:cNvSpPr/>
            <p:nvPr userDrawn="1"/>
          </p:nvSpPr>
          <p:spPr>
            <a:xfrm>
              <a:off x="-342900" y="1757476"/>
              <a:ext cx="317500" cy="317500"/>
            </a:xfrm>
            <a:prstGeom prst="rect">
              <a:avLst/>
            </a:prstGeom>
            <a:solidFill>
              <a:srgbClr val="6DC7EC"/>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58" name="ColorPatch">
              <a:extLst>
                <a:ext uri="{FF2B5EF4-FFF2-40B4-BE49-F238E27FC236}">
                  <a16:creationId xmlns:a16="http://schemas.microsoft.com/office/drawing/2014/main" id="{199B6E69-48B5-574D-A56E-8532B8036346}"/>
                </a:ext>
              </a:extLst>
            </p:cNvPr>
            <p:cNvSpPr/>
            <p:nvPr userDrawn="1"/>
          </p:nvSpPr>
          <p:spPr>
            <a:xfrm>
              <a:off x="-342900" y="1439976"/>
              <a:ext cx="317500" cy="317500"/>
            </a:xfrm>
            <a:prstGeom prst="rect">
              <a:avLst/>
            </a:prstGeom>
            <a:solidFill>
              <a:srgbClr val="3CB4E6"/>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grpSp>
      <p:grpSp>
        <p:nvGrpSpPr>
          <p:cNvPr id="59" name="Group 58">
            <a:extLst>
              <a:ext uri="{FF2B5EF4-FFF2-40B4-BE49-F238E27FC236}">
                <a16:creationId xmlns:a16="http://schemas.microsoft.com/office/drawing/2014/main" id="{776E4B5F-4E90-DA3A-7C84-81947655F1ED}"/>
              </a:ext>
            </a:extLst>
          </p:cNvPr>
          <p:cNvGrpSpPr/>
          <p:nvPr userDrawn="1"/>
        </p:nvGrpSpPr>
        <p:grpSpPr>
          <a:xfrm>
            <a:off x="-350520" y="0"/>
            <a:ext cx="317500" cy="1271047"/>
            <a:chOff x="-342900" y="0"/>
            <a:chExt cx="317500" cy="1271047"/>
          </a:xfrm>
        </p:grpSpPr>
        <p:sp>
          <p:nvSpPr>
            <p:cNvPr id="60" name="ColorPatch">
              <a:extLst>
                <a:ext uri="{FF2B5EF4-FFF2-40B4-BE49-F238E27FC236}">
                  <a16:creationId xmlns:a16="http://schemas.microsoft.com/office/drawing/2014/main" id="{E8CC3E9E-61E4-65A9-2FB7-B210351E32AB}"/>
                </a:ext>
              </a:extLst>
            </p:cNvPr>
            <p:cNvSpPr/>
            <p:nvPr userDrawn="1"/>
          </p:nvSpPr>
          <p:spPr>
            <a:xfrm>
              <a:off x="-342900" y="953547"/>
              <a:ext cx="317500" cy="317500"/>
            </a:xfrm>
            <a:prstGeom prst="rect">
              <a:avLst/>
            </a:prstGeom>
            <a:solidFill>
              <a:srgbClr val="C0C8D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61" name="ColorPatch">
              <a:extLst>
                <a:ext uri="{FF2B5EF4-FFF2-40B4-BE49-F238E27FC236}">
                  <a16:creationId xmlns:a16="http://schemas.microsoft.com/office/drawing/2014/main" id="{52979BF7-37B7-C9E0-012F-AF2421299EA0}"/>
                </a:ext>
              </a:extLst>
            </p:cNvPr>
            <p:cNvSpPr/>
            <p:nvPr userDrawn="1"/>
          </p:nvSpPr>
          <p:spPr>
            <a:xfrm>
              <a:off x="-342900" y="635000"/>
              <a:ext cx="317500" cy="317500"/>
            </a:xfrm>
            <a:prstGeom prst="rect">
              <a:avLst/>
            </a:prstGeom>
            <a:solidFill>
              <a:srgbClr val="8191A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62" name="ColorPatch">
              <a:extLst>
                <a:ext uri="{FF2B5EF4-FFF2-40B4-BE49-F238E27FC236}">
                  <a16:creationId xmlns:a16="http://schemas.microsoft.com/office/drawing/2014/main" id="{4F93A17E-06C6-9F0F-291B-C51A93E99B57}"/>
                </a:ext>
              </a:extLst>
            </p:cNvPr>
            <p:cNvSpPr/>
            <p:nvPr userDrawn="1"/>
          </p:nvSpPr>
          <p:spPr>
            <a:xfrm>
              <a:off x="-342900" y="317500"/>
              <a:ext cx="317500" cy="317500"/>
            </a:xfrm>
            <a:prstGeom prst="rect">
              <a:avLst/>
            </a:prstGeom>
            <a:solidFill>
              <a:srgbClr val="425A78"/>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sp>
          <p:nvSpPr>
            <p:cNvPr id="63" name="ColorPatch">
              <a:extLst>
                <a:ext uri="{FF2B5EF4-FFF2-40B4-BE49-F238E27FC236}">
                  <a16:creationId xmlns:a16="http://schemas.microsoft.com/office/drawing/2014/main" id="{435540DC-615B-FEFF-859B-65830CAC8FD4}"/>
                </a:ext>
              </a:extLst>
            </p:cNvPr>
            <p:cNvSpPr/>
            <p:nvPr userDrawn="1"/>
          </p:nvSpPr>
          <p:spPr>
            <a:xfrm>
              <a:off x="-342900" y="0"/>
              <a:ext cx="317500" cy="317500"/>
            </a:xfrm>
            <a:prstGeom prst="rect">
              <a:avLst/>
            </a:prstGeom>
            <a:solidFill>
              <a:srgbClr val="03234B"/>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grpSp>
      <p:pic>
        <p:nvPicPr>
          <p:cNvPr id="7" name="Graphic 6">
            <a:extLst>
              <a:ext uri="{FF2B5EF4-FFF2-40B4-BE49-F238E27FC236}">
                <a16:creationId xmlns:a16="http://schemas.microsoft.com/office/drawing/2014/main" id="{1B25AE6E-5128-CFAA-FFCC-CE0BB6C80924}"/>
              </a:ext>
            </a:extLst>
          </p:cNvPr>
          <p:cNvPicPr>
            <a:picLocks noChangeAspect="1"/>
          </p:cNvPicPr>
          <p:nvPr userDrawn="1"/>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61974" y="6155372"/>
            <a:ext cx="928614" cy="640080"/>
          </a:xfrm>
          <a:prstGeom prst="rect">
            <a:avLst/>
          </a:prstGeom>
        </p:spPr>
      </p:pic>
    </p:spTree>
    <p:extLst>
      <p:ext uri="{BB962C8B-B14F-4D97-AF65-F5344CB8AC3E}">
        <p14:creationId xmlns:p14="http://schemas.microsoft.com/office/powerpoint/2010/main" val="1712531357"/>
      </p:ext>
    </p:extLst>
  </p:cSld>
  <p:clrMap bg1="lt1" tx1="dk1" bg2="lt2" tx2="dk2" accent1="accent1" accent2="accent2" accent3="accent3" accent4="accent4" accent5="accent5" accent6="accent6" hlink="hlink" folHlink="folHlink"/>
  <p:sldLayoutIdLst>
    <p:sldLayoutId id="2147483670" r:id="rId1"/>
    <p:sldLayoutId id="2147483662" r:id="rId2"/>
    <p:sldLayoutId id="2147483663" r:id="rId3"/>
    <p:sldLayoutId id="2147483664" r:id="rId4"/>
    <p:sldLayoutId id="2147483665" r:id="rId5"/>
    <p:sldLayoutId id="2147483666" r:id="rId6"/>
    <p:sldLayoutId id="2147483667" r:id="rId7"/>
    <p:sldLayoutId id="2147483669" r:id="rId8"/>
    <p:sldLayoutId id="2147483671" r:id="rId9"/>
  </p:sldLayoutIdLst>
  <p:txStyles>
    <p:titleStyle>
      <a:lvl1pPr algn="r" defTabSz="914400" rtl="0" eaLnBrk="1" latinLnBrk="0" hangingPunct="1">
        <a:lnSpc>
          <a:spcPct val="90000"/>
        </a:lnSpc>
        <a:spcBef>
          <a:spcPct val="0"/>
        </a:spcBef>
        <a:buNone/>
        <a:defRPr lang="en-US" sz="3600" b="0" kern="1200" baseline="0">
          <a:solidFill>
            <a:schemeClr val="tx1"/>
          </a:solidFill>
          <a:latin typeface="+mj-lt"/>
          <a:ea typeface="+mj-ea"/>
          <a:cs typeface="+mj-cs"/>
        </a:defRPr>
      </a:lvl1pPr>
    </p:titleStyle>
    <p:bodyStyle>
      <a:lvl1pPr marL="261938" indent="-261938" algn="l" defTabSz="914400" rtl="0" eaLnBrk="1" latinLnBrk="0" hangingPunct="1">
        <a:lnSpc>
          <a:spcPct val="100000"/>
        </a:lnSpc>
        <a:spcBef>
          <a:spcPts val="1000"/>
        </a:spcBef>
        <a:buClr>
          <a:schemeClr val="tx1"/>
        </a:buClr>
        <a:buFont typeface="Arial" panose="020B0604020202020204" pitchFamily="34" charset="0"/>
        <a:buChar char="•"/>
        <a:defRPr lang="en-US" sz="2400" kern="1200" smtClean="0">
          <a:solidFill>
            <a:schemeClr val="tx1"/>
          </a:solidFill>
          <a:latin typeface="+mn-lt"/>
          <a:ea typeface="+mn-ea"/>
          <a:cs typeface="+mn-cs"/>
        </a:defRPr>
      </a:lvl1pPr>
      <a:lvl2pPr marL="536575" indent="-266700" algn="l" defTabSz="914400" rtl="0" eaLnBrk="1" latinLnBrk="0" hangingPunct="1">
        <a:lnSpc>
          <a:spcPct val="100000"/>
        </a:lnSpc>
        <a:spcBef>
          <a:spcPts val="600"/>
        </a:spcBef>
        <a:buClr>
          <a:schemeClr val="tx1"/>
        </a:buClr>
        <a:buFont typeface="Arial" panose="020B0604020202020204" pitchFamily="34" charset="0"/>
        <a:buChar char="•"/>
        <a:defRPr lang="en-US" sz="2000" kern="1200" smtClean="0">
          <a:solidFill>
            <a:schemeClr val="tx1"/>
          </a:solidFill>
          <a:latin typeface="+mn-lt"/>
          <a:ea typeface="+mn-ea"/>
          <a:cs typeface="+mn-cs"/>
        </a:defRPr>
      </a:lvl2pPr>
      <a:lvl3pPr marL="812800" indent="-273050" algn="l" defTabSz="914400" rtl="0" eaLnBrk="1" latinLnBrk="0" hangingPunct="1">
        <a:lnSpc>
          <a:spcPct val="100000"/>
        </a:lnSpc>
        <a:spcBef>
          <a:spcPts val="600"/>
        </a:spcBef>
        <a:buClr>
          <a:schemeClr val="tx1"/>
        </a:buClr>
        <a:buFont typeface="Arial" panose="020B0604020202020204" pitchFamily="34" charset="0"/>
        <a:buChar char="•"/>
        <a:defRPr lang="en-US" sz="1800" kern="1200" smtClean="0">
          <a:solidFill>
            <a:schemeClr val="tx1"/>
          </a:solidFill>
          <a:latin typeface="+mn-lt"/>
          <a:ea typeface="+mn-ea"/>
          <a:cs typeface="+mn-cs"/>
        </a:defRPr>
      </a:lvl3pPr>
      <a:lvl4pPr marL="987425" indent="-268288" algn="l" defTabSz="914400" rtl="0" eaLnBrk="1" latinLnBrk="0" hangingPunct="1">
        <a:lnSpc>
          <a:spcPct val="100000"/>
        </a:lnSpc>
        <a:spcBef>
          <a:spcPts val="400"/>
        </a:spcBef>
        <a:buClr>
          <a:schemeClr val="tx2"/>
        </a:buClr>
        <a:buFont typeface="Arial" panose="020B0604020202020204" pitchFamily="34" charset="0"/>
        <a:buChar char="•"/>
        <a:defRPr lang="en-US" sz="1600" kern="1200" smtClean="0">
          <a:solidFill>
            <a:schemeClr val="tx2"/>
          </a:solidFill>
          <a:latin typeface="+mn-lt"/>
          <a:ea typeface="+mn-ea"/>
          <a:cs typeface="+mn-cs"/>
        </a:defRPr>
      </a:lvl4pPr>
      <a:lvl5pPr marL="1160463" indent="-261938" algn="l" defTabSz="914400" rtl="0" eaLnBrk="1" latinLnBrk="0" hangingPunct="1">
        <a:lnSpc>
          <a:spcPct val="100000"/>
        </a:lnSpc>
        <a:spcBef>
          <a:spcPts val="400"/>
        </a:spcBef>
        <a:buClr>
          <a:schemeClr val="tx2"/>
        </a:buClr>
        <a:buFont typeface="Arial" panose="020B0604020202020204" pitchFamily="34" charset="0"/>
        <a:buChar char="•"/>
        <a:defRPr lang="en-US"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9">
          <p15:clr>
            <a:srgbClr val="F26B43"/>
          </p15:clr>
        </p15:guide>
        <p15:guide id="2" pos="7491">
          <p15:clr>
            <a:srgbClr val="F26B43"/>
          </p15:clr>
        </p15:guide>
        <p15:guide id="3" orient="horz" pos="2160">
          <p15:clr>
            <a:srgbClr val="F26B43"/>
          </p15:clr>
        </p15:guide>
        <p15:guide id="4" orient="horz" pos="935">
          <p15:clr>
            <a:srgbClr val="F26B43"/>
          </p15:clr>
        </p15:guide>
        <p15:guide id="5" orient="horz" pos="3838">
          <p15:clr>
            <a:srgbClr val="F26B43"/>
          </p15:clr>
        </p15:guide>
        <p15:guide id="6" orient="horz" pos="822">
          <p15:clr>
            <a:srgbClr val="F26B43"/>
          </p15:clr>
        </p15:guide>
        <p15:guide id="7" pos="3840">
          <p15:clr>
            <a:srgbClr val="F26B43"/>
          </p15:clr>
        </p15:guide>
        <p15:guide id="8" orient="horz" pos="131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2.png"/><Relationship Id="rId2" Type="http://schemas.openxmlformats.org/officeDocument/2006/relationships/image" Target="../media/image7.jpg"/><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5" Type="http://schemas.openxmlformats.org/officeDocument/2006/relationships/image" Target="../media/image16.jfif"/><Relationship Id="rId4" Type="http://schemas.openxmlformats.org/officeDocument/2006/relationships/image" Target="../media/image15.jp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Motion_IR_sensor_demo2.mp4"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72871DA8-57B3-79F5-B7B9-11E37DF2D871}"/>
              </a:ext>
            </a:extLst>
          </p:cNvPr>
          <p:cNvSpPr>
            <a:spLocks noGrp="1"/>
          </p:cNvSpPr>
          <p:nvPr>
            <p:ph type="title"/>
          </p:nvPr>
        </p:nvSpPr>
        <p:spPr/>
        <p:txBody>
          <a:bodyPr/>
          <a:lstStyle/>
          <a:p>
            <a:r>
              <a:rPr lang="ja-JP" altLang="en-US" dirty="0"/>
              <a:t>矢郷　洋一（やごう　ひろかず）　略歴</a:t>
            </a:r>
            <a:endParaRPr lang="en-US" dirty="0"/>
          </a:p>
        </p:txBody>
      </p:sp>
      <p:graphicFrame>
        <p:nvGraphicFramePr>
          <p:cNvPr id="24" name="Content Placeholder 23">
            <a:extLst>
              <a:ext uri="{FF2B5EF4-FFF2-40B4-BE49-F238E27FC236}">
                <a16:creationId xmlns:a16="http://schemas.microsoft.com/office/drawing/2014/main" id="{83AFD2A3-EE57-EE8C-A5CB-F74B9DA708F4}"/>
              </a:ext>
            </a:extLst>
          </p:cNvPr>
          <p:cNvGraphicFramePr>
            <a:graphicFrameLocks noGrp="1"/>
          </p:cNvGraphicFramePr>
          <p:nvPr>
            <p:ph idx="1"/>
            <p:extLst>
              <p:ext uri="{D42A27DB-BD31-4B8C-83A1-F6EECF244321}">
                <p14:modId xmlns:p14="http://schemas.microsoft.com/office/powerpoint/2010/main" val="2384227278"/>
              </p:ext>
            </p:extLst>
          </p:nvPr>
        </p:nvGraphicFramePr>
        <p:xfrm>
          <a:off x="300038" y="1484313"/>
          <a:ext cx="11591920" cy="5201920"/>
        </p:xfrm>
        <a:graphic>
          <a:graphicData uri="http://schemas.openxmlformats.org/drawingml/2006/table">
            <a:tbl>
              <a:tblPr firstRow="1" bandRow="1">
                <a:tableStyleId>{2D5ABB26-0587-4C30-8999-92F81FD0307C}</a:tableStyleId>
              </a:tblPr>
              <a:tblGrid>
                <a:gridCol w="1448990">
                  <a:extLst>
                    <a:ext uri="{9D8B030D-6E8A-4147-A177-3AD203B41FA5}">
                      <a16:colId xmlns:a16="http://schemas.microsoft.com/office/drawing/2014/main" val="2159180318"/>
                    </a:ext>
                  </a:extLst>
                </a:gridCol>
                <a:gridCol w="1448990">
                  <a:extLst>
                    <a:ext uri="{9D8B030D-6E8A-4147-A177-3AD203B41FA5}">
                      <a16:colId xmlns:a16="http://schemas.microsoft.com/office/drawing/2014/main" val="652117204"/>
                    </a:ext>
                  </a:extLst>
                </a:gridCol>
                <a:gridCol w="8693940">
                  <a:extLst>
                    <a:ext uri="{9D8B030D-6E8A-4147-A177-3AD203B41FA5}">
                      <a16:colId xmlns:a16="http://schemas.microsoft.com/office/drawing/2014/main" val="4067755158"/>
                    </a:ext>
                  </a:extLst>
                </a:gridCol>
              </a:tblGrid>
              <a:tr h="370840">
                <a:tc>
                  <a:txBody>
                    <a:bodyPr/>
                    <a:lstStyle/>
                    <a:p>
                      <a:r>
                        <a:rPr lang="en-US" dirty="0"/>
                        <a:t>2003</a:t>
                      </a:r>
                      <a:r>
                        <a:rPr lang="ja-JP" altLang="en-US" dirty="0"/>
                        <a:t>年～</a:t>
                      </a:r>
                      <a:endParaRPr lang="en-US" dirty="0"/>
                    </a:p>
                  </a:txBody>
                  <a:tcPr/>
                </a:tc>
                <a:tc gridSpan="2">
                  <a:txBody>
                    <a:bodyPr/>
                    <a:lstStyle/>
                    <a:p>
                      <a:r>
                        <a:rPr lang="en-US" altLang="ja-JP" dirty="0"/>
                        <a:t>STMicroelectronics K.K.</a:t>
                      </a:r>
                      <a:r>
                        <a:rPr lang="ja-JP" altLang="en-US" dirty="0"/>
                        <a:t>にてデジタル半導体</a:t>
                      </a:r>
                      <a:r>
                        <a:rPr lang="en-US" altLang="ja-JP" dirty="0"/>
                        <a:t>FAE</a:t>
                      </a:r>
                      <a:r>
                        <a:rPr lang="ja-JP" altLang="en-US" dirty="0"/>
                        <a:t>（フィールドアプリケーションエンジニア）として勤務。</a:t>
                      </a:r>
                      <a:endParaRPr lang="en-US" altLang="ja-JP" dirty="0"/>
                    </a:p>
                  </a:txBody>
                  <a:tcPr/>
                </a:tc>
                <a:tc hMerge="1">
                  <a:txBody>
                    <a:bodyPr/>
                    <a:lstStyle/>
                    <a:p>
                      <a:endParaRPr lang="en-US" dirty="0"/>
                    </a:p>
                  </a:txBody>
                  <a:tcPr/>
                </a:tc>
                <a:extLst>
                  <a:ext uri="{0D108BD9-81ED-4DB2-BD59-A6C34878D82A}">
                    <a16:rowId xmlns:a16="http://schemas.microsoft.com/office/drawing/2014/main" val="983703886"/>
                  </a:ext>
                </a:extLst>
              </a:tr>
              <a:tr h="0">
                <a:tc>
                  <a:txBody>
                    <a:bodyPr/>
                    <a:lstStyle/>
                    <a:p>
                      <a:endParaRPr lang="en-US" sz="800"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083007038"/>
                  </a:ext>
                </a:extLst>
              </a:tr>
              <a:tr h="370840">
                <a:tc>
                  <a:txBody>
                    <a:bodyPr/>
                    <a:lstStyle/>
                    <a:p>
                      <a:r>
                        <a:rPr lang="ja-JP" altLang="en-US" dirty="0"/>
                        <a:t>担当製品</a:t>
                      </a:r>
                      <a:endParaRPr lang="en-US" dirty="0"/>
                    </a:p>
                  </a:txBody>
                  <a:tcPr/>
                </a:tc>
                <a:tc>
                  <a:txBody>
                    <a:bodyPr/>
                    <a:lstStyle/>
                    <a:p>
                      <a:r>
                        <a:rPr lang="en-US" dirty="0"/>
                        <a:t>2003</a:t>
                      </a:r>
                      <a:r>
                        <a:rPr lang="ja-JP" altLang="en-US" dirty="0"/>
                        <a:t>～</a:t>
                      </a:r>
                      <a:r>
                        <a:rPr lang="en-US" dirty="0"/>
                        <a:t>2010</a:t>
                      </a:r>
                    </a:p>
                  </a:txBody>
                  <a:tcPr/>
                </a:tc>
                <a:tc>
                  <a:txBody>
                    <a:bodyPr/>
                    <a:lstStyle/>
                    <a:p>
                      <a:r>
                        <a:rPr lang="en-US" altLang="ja-JP" dirty="0"/>
                        <a:t>CPU &amp; 2D</a:t>
                      </a:r>
                      <a:r>
                        <a:rPr lang="ja-JP" altLang="en-US" dirty="0"/>
                        <a:t>グラフィックス表示レイヤ内蔵</a:t>
                      </a:r>
                      <a:r>
                        <a:rPr lang="en-US" altLang="ja-JP" dirty="0"/>
                        <a:t>MPEG</a:t>
                      </a:r>
                      <a:r>
                        <a:rPr lang="ja-JP" altLang="en-US" dirty="0"/>
                        <a:t>デコーダプロセッサ</a:t>
                      </a:r>
                      <a:endParaRPr lang="en-US" dirty="0"/>
                    </a:p>
                  </a:txBody>
                  <a:tcPr/>
                </a:tc>
                <a:extLst>
                  <a:ext uri="{0D108BD9-81ED-4DB2-BD59-A6C34878D82A}">
                    <a16:rowId xmlns:a16="http://schemas.microsoft.com/office/drawing/2014/main" val="3631767813"/>
                  </a:ext>
                </a:extLst>
              </a:tr>
              <a:tr h="370840">
                <a:tc>
                  <a:txBody>
                    <a:bodyPr/>
                    <a:lstStyle/>
                    <a:p>
                      <a:endParaRPr lang="en-US"/>
                    </a:p>
                  </a:txBody>
                  <a:tcPr/>
                </a:tc>
                <a:tc>
                  <a:txBody>
                    <a:bodyPr/>
                    <a:lstStyle/>
                    <a:p>
                      <a:r>
                        <a:rPr lang="en-US" dirty="0"/>
                        <a:t>2010</a:t>
                      </a:r>
                      <a:r>
                        <a:rPr lang="ja-JP" altLang="en-US" dirty="0"/>
                        <a:t>～現在</a:t>
                      </a:r>
                      <a:endParaRPr lang="en-US" dirty="0"/>
                    </a:p>
                  </a:txBody>
                  <a:tcPr/>
                </a:tc>
                <a:tc>
                  <a:txBody>
                    <a:bodyPr/>
                    <a:lstStyle/>
                    <a:p>
                      <a:r>
                        <a:rPr lang="en-US" dirty="0"/>
                        <a:t>8</a:t>
                      </a:r>
                      <a:r>
                        <a:rPr lang="ja-JP" altLang="en-US" dirty="0"/>
                        <a:t>ビット</a:t>
                      </a:r>
                      <a:r>
                        <a:rPr lang="en-US" altLang="ja-JP" dirty="0"/>
                        <a:t>ST</a:t>
                      </a:r>
                      <a:r>
                        <a:rPr lang="ja-JP" altLang="en-US" dirty="0"/>
                        <a:t>製コア、</a:t>
                      </a:r>
                      <a:r>
                        <a:rPr lang="en-US" altLang="ja-JP" dirty="0"/>
                        <a:t>32</a:t>
                      </a:r>
                      <a:r>
                        <a:rPr lang="ja-JP" altLang="en-US" dirty="0"/>
                        <a:t>ビット</a:t>
                      </a:r>
                      <a:r>
                        <a:rPr lang="en-US" altLang="ja-JP" dirty="0"/>
                        <a:t>ARM Cortex-M</a:t>
                      </a:r>
                      <a:r>
                        <a:rPr lang="ja-JP" altLang="en-US" dirty="0"/>
                        <a:t>コア内蔵マイクロコントローラ（マイコン）</a:t>
                      </a:r>
                      <a:endParaRPr lang="en-US" dirty="0"/>
                    </a:p>
                  </a:txBody>
                  <a:tcPr/>
                </a:tc>
                <a:extLst>
                  <a:ext uri="{0D108BD9-81ED-4DB2-BD59-A6C34878D82A}">
                    <a16:rowId xmlns:a16="http://schemas.microsoft.com/office/drawing/2014/main" val="902339526"/>
                  </a:ext>
                </a:extLst>
              </a:tr>
              <a:tr h="0">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645683888"/>
                  </a:ext>
                </a:extLst>
              </a:tr>
              <a:tr h="370840">
                <a:tc>
                  <a:txBody>
                    <a:bodyPr/>
                    <a:lstStyle/>
                    <a:p>
                      <a:r>
                        <a:rPr lang="ja-JP" altLang="en-US" dirty="0"/>
                        <a:t>担当職務</a:t>
                      </a:r>
                      <a:endParaRPr lang="en-US" dirty="0"/>
                    </a:p>
                  </a:txBody>
                  <a:tcPr/>
                </a:tc>
                <a:tc gridSpan="2">
                  <a:txBody>
                    <a:bodyPr/>
                    <a:lstStyle/>
                    <a:p>
                      <a:r>
                        <a:rPr lang="ja-JP" altLang="en-US" dirty="0"/>
                        <a:t>上記デジタル半導体の民生品、工業品への適用・応用サポート、組込みソフトウェア開発。</a:t>
                      </a:r>
                      <a:endParaRPr lang="en-US" dirty="0"/>
                    </a:p>
                  </a:txBody>
                  <a:tcPr/>
                </a:tc>
                <a:tc hMerge="1">
                  <a:txBody>
                    <a:bodyPr/>
                    <a:lstStyle/>
                    <a:p>
                      <a:endParaRPr lang="en-US" dirty="0"/>
                    </a:p>
                  </a:txBody>
                  <a:tcPr/>
                </a:tc>
                <a:extLst>
                  <a:ext uri="{0D108BD9-81ED-4DB2-BD59-A6C34878D82A}">
                    <a16:rowId xmlns:a16="http://schemas.microsoft.com/office/drawing/2014/main" val="2616324471"/>
                  </a:ext>
                </a:extLst>
              </a:tr>
              <a:tr h="370840">
                <a:tc>
                  <a:txBody>
                    <a:bodyPr/>
                    <a:lstStyle/>
                    <a:p>
                      <a:endParaRPr lang="en-US" dirty="0"/>
                    </a:p>
                  </a:txBody>
                  <a:tcPr/>
                </a:tc>
                <a:tc gridSpan="2">
                  <a:txBody>
                    <a:bodyPr/>
                    <a:lstStyle/>
                    <a:p>
                      <a:r>
                        <a:rPr lang="en-US" altLang="ja-JP" dirty="0"/>
                        <a:t>2010</a:t>
                      </a:r>
                      <a:r>
                        <a:rPr lang="ja-JP" altLang="en-US" dirty="0"/>
                        <a:t>～</a:t>
                      </a:r>
                      <a:r>
                        <a:rPr lang="en-US" altLang="ja-JP" dirty="0"/>
                        <a:t>2020</a:t>
                      </a:r>
                      <a:r>
                        <a:rPr lang="ja-JP" altLang="en-US" dirty="0"/>
                        <a:t>の</a:t>
                      </a:r>
                      <a:r>
                        <a:rPr lang="en-US" altLang="ja-JP" dirty="0"/>
                        <a:t>10</a:t>
                      </a:r>
                      <a:r>
                        <a:rPr lang="ja-JP" altLang="en-US" dirty="0"/>
                        <a:t>年間、任天堂のゲーム機、周辺機に採用された</a:t>
                      </a:r>
                      <a:r>
                        <a:rPr lang="en-US" altLang="ja-JP" dirty="0"/>
                        <a:t>ST</a:t>
                      </a:r>
                      <a:r>
                        <a:rPr lang="ja-JP" altLang="en-US" dirty="0"/>
                        <a:t>製</a:t>
                      </a:r>
                      <a:r>
                        <a:rPr lang="en-US" altLang="ja-JP" dirty="0"/>
                        <a:t>8</a:t>
                      </a:r>
                      <a:r>
                        <a:rPr lang="ja-JP" altLang="en-US" dirty="0"/>
                        <a:t>ビット、</a:t>
                      </a:r>
                      <a:r>
                        <a:rPr lang="en-US" altLang="ja-JP" dirty="0"/>
                        <a:t>32</a:t>
                      </a:r>
                      <a:r>
                        <a:rPr lang="ja-JP" altLang="en-US" dirty="0"/>
                        <a:t>ビットマイコンの商用ファームウェア（</a:t>
                      </a:r>
                      <a:r>
                        <a:rPr lang="en-US" altLang="ja-JP" dirty="0"/>
                        <a:t>FW</a:t>
                      </a:r>
                      <a:r>
                        <a:rPr lang="ja-JP" altLang="en-US" dirty="0"/>
                        <a:t>）を受託開発。</a:t>
                      </a:r>
                      <a:endParaRPr lang="en-US" altLang="ja-JP" dirty="0"/>
                    </a:p>
                    <a:p>
                      <a:pPr marL="285750" indent="-285750">
                        <a:buFont typeface="Arial" panose="020B0604020202020204" pitchFamily="34" charset="0"/>
                        <a:buChar char="•"/>
                      </a:pPr>
                      <a:r>
                        <a:rPr lang="ja-JP" altLang="en-US" dirty="0"/>
                        <a:t>任天堂の要求仕様をもとに私がマイコンソフトを形成して、共同で評価検証して仕上げるチームワーク。</a:t>
                      </a:r>
                      <a:endParaRPr lang="en-US" altLang="ja-JP" dirty="0"/>
                    </a:p>
                    <a:p>
                      <a:pPr marL="285750" indent="-285750">
                        <a:buFont typeface="Arial" panose="020B0604020202020204" pitchFamily="34" charset="0"/>
                        <a:buChar char="•"/>
                      </a:pPr>
                      <a:r>
                        <a:rPr lang="ja-JP" altLang="en-US" dirty="0"/>
                        <a:t>開発と並行してピン配置、回路図レビュー、マイコンハードウェア仕様</a:t>
                      </a:r>
                      <a:r>
                        <a:rPr lang="en-US" altLang="ja-JP" dirty="0"/>
                        <a:t>Q&amp;A</a:t>
                      </a:r>
                      <a:r>
                        <a:rPr lang="ja-JP" altLang="en-US" dirty="0"/>
                        <a:t>などの適用サポートも提供。</a:t>
                      </a:r>
                      <a:endParaRPr lang="en-US" altLang="ja-JP"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dirty="0"/>
                        <a:t>要求仕様がない段階で選定した</a:t>
                      </a:r>
                      <a:r>
                        <a:rPr lang="en-US" altLang="ja-JP" dirty="0"/>
                        <a:t>ST</a:t>
                      </a:r>
                      <a:r>
                        <a:rPr lang="ja-JP" altLang="en-US" dirty="0"/>
                        <a:t>製マイコンでやりたいことができることを示すバラック試作の作成。</a:t>
                      </a:r>
                      <a:endParaRPr lang="en-US" altLang="ja-JP" dirty="0"/>
                    </a:p>
                  </a:txBody>
                  <a:tcPr/>
                </a:tc>
                <a:tc hMerge="1">
                  <a:txBody>
                    <a:bodyPr/>
                    <a:lstStyle/>
                    <a:p>
                      <a:endParaRPr lang="en-US" dirty="0"/>
                    </a:p>
                  </a:txBody>
                  <a:tcPr/>
                </a:tc>
                <a:extLst>
                  <a:ext uri="{0D108BD9-81ED-4DB2-BD59-A6C34878D82A}">
                    <a16:rowId xmlns:a16="http://schemas.microsoft.com/office/drawing/2014/main" val="1742329141"/>
                  </a:ext>
                </a:extLst>
              </a:tr>
              <a:tr h="0">
                <a:tc>
                  <a:txBody>
                    <a:bodyPr/>
                    <a:lstStyle/>
                    <a:p>
                      <a:endParaRPr lang="en-US" sz="800" dirty="0"/>
                    </a:p>
                  </a:txBody>
                  <a:tcPr/>
                </a:tc>
                <a:tc gridSpan="2">
                  <a:txBody>
                    <a:bodyPr/>
                    <a:lstStyle/>
                    <a:p>
                      <a:endParaRPr lang="en-US" sz="800" dirty="0"/>
                    </a:p>
                  </a:txBody>
                  <a:tcPr/>
                </a:tc>
                <a:tc hMerge="1">
                  <a:txBody>
                    <a:bodyPr/>
                    <a:lstStyle/>
                    <a:p>
                      <a:endParaRPr lang="en-US"/>
                    </a:p>
                  </a:txBody>
                  <a:tcPr/>
                </a:tc>
                <a:extLst>
                  <a:ext uri="{0D108BD9-81ED-4DB2-BD59-A6C34878D82A}">
                    <a16:rowId xmlns:a16="http://schemas.microsoft.com/office/drawing/2014/main" val="167043086"/>
                  </a:ext>
                </a:extLst>
              </a:tr>
              <a:tr h="370840">
                <a:tc>
                  <a:txBody>
                    <a:bodyPr/>
                    <a:lstStyle/>
                    <a:p>
                      <a:r>
                        <a:rPr lang="ja-JP" altLang="en-US" dirty="0"/>
                        <a:t>現在の状況</a:t>
                      </a:r>
                      <a:endParaRPr lang="en-US" dirty="0"/>
                    </a:p>
                  </a:txBody>
                  <a:tcPr/>
                </a:tc>
                <a:tc gridSpan="2">
                  <a:txBody>
                    <a:bodyPr/>
                    <a:lstStyle/>
                    <a:p>
                      <a:pPr marL="285750" indent="-285750">
                        <a:buFont typeface="Arial" panose="020B0604020202020204" pitchFamily="34" charset="0"/>
                        <a:buChar char="•"/>
                      </a:pPr>
                      <a:r>
                        <a:rPr lang="ja-JP" altLang="en-US" dirty="0"/>
                        <a:t>任天堂の技術陣が</a:t>
                      </a:r>
                      <a:r>
                        <a:rPr lang="en-US" altLang="ja-JP" dirty="0"/>
                        <a:t>ST</a:t>
                      </a:r>
                      <a:r>
                        <a:rPr lang="ja-JP" altLang="en-US" dirty="0"/>
                        <a:t>製マイコンに慣れてマイコンソフトを内製しており、直接サポートが中心業務。</a:t>
                      </a:r>
                      <a:br>
                        <a:rPr lang="en-US" altLang="ja-JP" dirty="0"/>
                      </a:br>
                      <a:r>
                        <a:rPr lang="ja-JP" altLang="en-US" dirty="0"/>
                        <a:t>（</a:t>
                      </a:r>
                      <a:r>
                        <a:rPr lang="en-US" altLang="ja-JP" dirty="0"/>
                        <a:t>Q&amp;A</a:t>
                      </a:r>
                      <a:r>
                        <a:rPr lang="ja-JP" altLang="en-US" dirty="0"/>
                        <a:t>対応、概念実証作成、障害解析とその支援・アドバイス、不良疑いサンプルの解析）。</a:t>
                      </a:r>
                      <a:endParaRPr lang="en-US" altLang="ja-JP" dirty="0"/>
                    </a:p>
                    <a:p>
                      <a:pPr marL="285750" indent="-285750">
                        <a:buFont typeface="Arial" panose="020B0604020202020204" pitchFamily="34" charset="0"/>
                        <a:buChar char="•"/>
                      </a:pPr>
                      <a:r>
                        <a:rPr lang="ja-JP" altLang="en-US" dirty="0"/>
                        <a:t>その他の顧客には販売代理店経由のサポート。</a:t>
                      </a:r>
                      <a:endParaRPr lang="en-US" altLang="ja-JP" dirty="0"/>
                    </a:p>
                    <a:p>
                      <a:pPr marL="285750" indent="-285750">
                        <a:buFont typeface="Arial" panose="020B0604020202020204" pitchFamily="34" charset="0"/>
                        <a:buChar char="•"/>
                      </a:pPr>
                      <a:r>
                        <a:rPr lang="ja-JP" altLang="en-US" dirty="0"/>
                        <a:t>並行して、低消費電力マイコンと組込みセキュリティの分野で、</a:t>
                      </a:r>
                      <a:r>
                        <a:rPr lang="en-US" altLang="ja-JP" dirty="0"/>
                        <a:t>STM32</a:t>
                      </a:r>
                      <a:r>
                        <a:rPr lang="ja-JP" altLang="en-US" dirty="0"/>
                        <a:t>マイコンの適用・応用サポート、</a:t>
                      </a:r>
                      <a:r>
                        <a:rPr lang="en-US" altLang="ja-JP" dirty="0"/>
                        <a:t>Q&amp;A</a:t>
                      </a:r>
                      <a:r>
                        <a:rPr lang="ja-JP" altLang="en-US" dirty="0"/>
                        <a:t>対応をリードする役割を遂行中。</a:t>
                      </a:r>
                      <a:endParaRPr lang="en-US" dirty="0"/>
                    </a:p>
                  </a:txBody>
                  <a:tcPr/>
                </a:tc>
                <a:tc hMerge="1">
                  <a:txBody>
                    <a:bodyPr/>
                    <a:lstStyle/>
                    <a:p>
                      <a:endParaRPr lang="en-US" dirty="0"/>
                    </a:p>
                  </a:txBody>
                  <a:tcPr/>
                </a:tc>
                <a:extLst>
                  <a:ext uri="{0D108BD9-81ED-4DB2-BD59-A6C34878D82A}">
                    <a16:rowId xmlns:a16="http://schemas.microsoft.com/office/drawing/2014/main" val="1479124163"/>
                  </a:ext>
                </a:extLst>
              </a:tr>
            </a:tbl>
          </a:graphicData>
        </a:graphic>
      </p:graphicFrame>
    </p:spTree>
    <p:extLst>
      <p:ext uri="{BB962C8B-B14F-4D97-AF65-F5344CB8AC3E}">
        <p14:creationId xmlns:p14="http://schemas.microsoft.com/office/powerpoint/2010/main" val="3442104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D575C7-8337-9CBD-B873-F758FC5EF4F4}"/>
              </a:ext>
            </a:extLst>
          </p:cNvPr>
          <p:cNvSpPr>
            <a:spLocks noGrp="1"/>
          </p:cNvSpPr>
          <p:nvPr>
            <p:ph type="title"/>
          </p:nvPr>
        </p:nvSpPr>
        <p:spPr/>
        <p:txBody>
          <a:bodyPr/>
          <a:lstStyle/>
          <a:p>
            <a:r>
              <a:rPr lang="ja-JP" altLang="en-US" sz="3200" dirty="0"/>
              <a:t>ゲーム機、周辺機器向けファームウェア開発事例</a:t>
            </a:r>
            <a:endParaRPr lang="en-US" sz="3200" dirty="0"/>
          </a:p>
        </p:txBody>
      </p:sp>
      <p:pic>
        <p:nvPicPr>
          <p:cNvPr id="5" name="Picture 4" descr="A red gaming controller with buttons&#10;&#10;AI-generated content may be incorrect.">
            <a:extLst>
              <a:ext uri="{FF2B5EF4-FFF2-40B4-BE49-F238E27FC236}">
                <a16:creationId xmlns:a16="http://schemas.microsoft.com/office/drawing/2014/main" id="{9CC925C9-07DE-ED87-F737-DFEE31925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722" y="1817634"/>
            <a:ext cx="1694288" cy="1694288"/>
          </a:xfrm>
          <a:prstGeom prst="rect">
            <a:avLst/>
          </a:prstGeom>
        </p:spPr>
      </p:pic>
      <p:pic>
        <p:nvPicPr>
          <p:cNvPr id="9" name="Picture 8" descr="A video game controller and a toy&#10;&#10;AI-generated content may be incorrect.">
            <a:extLst>
              <a:ext uri="{FF2B5EF4-FFF2-40B4-BE49-F238E27FC236}">
                <a16:creationId xmlns:a16="http://schemas.microsoft.com/office/drawing/2014/main" id="{464A31A3-A0EB-C228-C94A-520EB1F226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5766" y="1484313"/>
            <a:ext cx="2360930" cy="2360930"/>
          </a:xfrm>
          <a:prstGeom prst="rect">
            <a:avLst/>
          </a:prstGeom>
        </p:spPr>
      </p:pic>
      <p:sp>
        <p:nvSpPr>
          <p:cNvPr id="17" name="TextBox 16">
            <a:extLst>
              <a:ext uri="{FF2B5EF4-FFF2-40B4-BE49-F238E27FC236}">
                <a16:creationId xmlns:a16="http://schemas.microsoft.com/office/drawing/2014/main" id="{406D90F3-8217-C715-AE96-C632412FC515}"/>
              </a:ext>
            </a:extLst>
          </p:cNvPr>
          <p:cNvSpPr txBox="1"/>
          <p:nvPr/>
        </p:nvSpPr>
        <p:spPr>
          <a:xfrm>
            <a:off x="3946316" y="3497710"/>
            <a:ext cx="1120820" cy="369332"/>
          </a:xfrm>
          <a:prstGeom prst="rect">
            <a:avLst/>
          </a:prstGeom>
          <a:noFill/>
        </p:spPr>
        <p:txBody>
          <a:bodyPr wrap="none" rtlCol="0">
            <a:spAutoFit/>
          </a:bodyPr>
          <a:lstStyle/>
          <a:p>
            <a:pPr algn="l"/>
            <a:r>
              <a:rPr lang="en-US" altLang="ja-JP" dirty="0"/>
              <a:t>NFC</a:t>
            </a:r>
            <a:r>
              <a:rPr lang="ja-JP" altLang="en-US" dirty="0"/>
              <a:t>通信</a:t>
            </a:r>
            <a:endParaRPr lang="en-US" dirty="0"/>
          </a:p>
        </p:txBody>
      </p:sp>
      <p:sp>
        <p:nvSpPr>
          <p:cNvPr id="18" name="TextBox 17">
            <a:extLst>
              <a:ext uri="{FF2B5EF4-FFF2-40B4-BE49-F238E27FC236}">
                <a16:creationId xmlns:a16="http://schemas.microsoft.com/office/drawing/2014/main" id="{93A0D5D1-CAB0-2D24-3EF6-D32F831BF720}"/>
              </a:ext>
            </a:extLst>
          </p:cNvPr>
          <p:cNvSpPr txBox="1"/>
          <p:nvPr/>
        </p:nvSpPr>
        <p:spPr>
          <a:xfrm>
            <a:off x="6937788" y="3497710"/>
            <a:ext cx="4503156" cy="369332"/>
          </a:xfrm>
          <a:prstGeom prst="rect">
            <a:avLst/>
          </a:prstGeom>
          <a:noFill/>
        </p:spPr>
        <p:txBody>
          <a:bodyPr wrap="none" rtlCol="0">
            <a:spAutoFit/>
          </a:bodyPr>
          <a:lstStyle/>
          <a:p>
            <a:pPr algn="l"/>
            <a:r>
              <a:rPr lang="ja-JP" altLang="en-US" dirty="0"/>
              <a:t>モーション</a:t>
            </a:r>
            <a:r>
              <a:rPr lang="en-US" altLang="ja-JP" dirty="0"/>
              <a:t>IR</a:t>
            </a:r>
            <a:r>
              <a:rPr lang="ja-JP" altLang="en-US" dirty="0"/>
              <a:t>カメラセンサ制御。</a:t>
            </a:r>
            <a:r>
              <a:rPr lang="en-US" altLang="ja-JP" dirty="0"/>
              <a:t>IR</a:t>
            </a:r>
            <a:r>
              <a:rPr lang="ja-JP" altLang="en-US" dirty="0"/>
              <a:t>＝赤外線。</a:t>
            </a:r>
            <a:endParaRPr lang="en-US" dirty="0"/>
          </a:p>
        </p:txBody>
      </p:sp>
      <p:cxnSp>
        <p:nvCxnSpPr>
          <p:cNvPr id="20" name="Straight Connector 19">
            <a:extLst>
              <a:ext uri="{FF2B5EF4-FFF2-40B4-BE49-F238E27FC236}">
                <a16:creationId xmlns:a16="http://schemas.microsoft.com/office/drawing/2014/main" id="{9C424DD3-AD39-6784-C247-CFEEC13DF561}"/>
              </a:ext>
            </a:extLst>
          </p:cNvPr>
          <p:cNvCxnSpPr/>
          <p:nvPr/>
        </p:nvCxnSpPr>
        <p:spPr>
          <a:xfrm flipV="1">
            <a:off x="425117" y="3933474"/>
            <a:ext cx="11330489" cy="21799"/>
          </a:xfrm>
          <a:prstGeom prst="line">
            <a:avLst/>
          </a:prstGeom>
          <a:ln w="22225">
            <a:headEnd type="none" w="lg" len="lg"/>
            <a:tailEnd type="none" w="lg" len="lg"/>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7B9F4E7E-A9B7-ED9A-4E3D-342BCB736AA8}"/>
              </a:ext>
            </a:extLst>
          </p:cNvPr>
          <p:cNvPicPr>
            <a:picLocks noChangeAspect="1"/>
          </p:cNvPicPr>
          <p:nvPr/>
        </p:nvPicPr>
        <p:blipFill>
          <a:blip r:embed="rId4"/>
          <a:stretch>
            <a:fillRect/>
          </a:stretch>
        </p:blipFill>
        <p:spPr>
          <a:xfrm>
            <a:off x="3541060" y="4342995"/>
            <a:ext cx="3526143" cy="2326553"/>
          </a:xfrm>
          <a:prstGeom prst="rect">
            <a:avLst/>
          </a:prstGeom>
        </p:spPr>
      </p:pic>
      <p:pic>
        <p:nvPicPr>
          <p:cNvPr id="4" name="Picture 2" descr="C:\Users\hirokazu yagou\log\support_Nintendo_D2CC\Wii-U-GamePad.jpg">
            <a:extLst>
              <a:ext uri="{FF2B5EF4-FFF2-40B4-BE49-F238E27FC236}">
                <a16:creationId xmlns:a16="http://schemas.microsoft.com/office/drawing/2014/main" id="{8046462A-C350-3FA6-3CDC-2176B4EFC0F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2537" y="4340626"/>
            <a:ext cx="1984076" cy="104733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pair of video game controllers&#10;&#10;AI-generated content may be incorrect.">
            <a:extLst>
              <a:ext uri="{FF2B5EF4-FFF2-40B4-BE49-F238E27FC236}">
                <a16:creationId xmlns:a16="http://schemas.microsoft.com/office/drawing/2014/main" id="{9D86FC7B-1D6C-D4CC-5F54-235CA0B6F14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69331" y="1825450"/>
            <a:ext cx="2183382" cy="1151734"/>
          </a:xfrm>
          <a:prstGeom prst="rect">
            <a:avLst/>
          </a:prstGeom>
        </p:spPr>
      </p:pic>
      <p:pic>
        <p:nvPicPr>
          <p:cNvPr id="10" name="Picture 9" descr="A drawing of a hand holding a device&#10;&#10;AI-generated content may be incorrect.">
            <a:extLst>
              <a:ext uri="{FF2B5EF4-FFF2-40B4-BE49-F238E27FC236}">
                <a16:creationId xmlns:a16="http://schemas.microsoft.com/office/drawing/2014/main" id="{DA86B982-15F6-30D0-0BAF-6B7EDA10460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97689" y="1183246"/>
            <a:ext cx="3008675" cy="2181289"/>
          </a:xfrm>
          <a:prstGeom prst="rect">
            <a:avLst/>
          </a:prstGeom>
        </p:spPr>
      </p:pic>
      <p:sp>
        <p:nvSpPr>
          <p:cNvPr id="6" name="TextBox 5">
            <a:extLst>
              <a:ext uri="{FF2B5EF4-FFF2-40B4-BE49-F238E27FC236}">
                <a16:creationId xmlns:a16="http://schemas.microsoft.com/office/drawing/2014/main" id="{3722388D-E381-DF58-EED3-A30C36410CD0}"/>
              </a:ext>
            </a:extLst>
          </p:cNvPr>
          <p:cNvSpPr txBox="1"/>
          <p:nvPr/>
        </p:nvSpPr>
        <p:spPr>
          <a:xfrm>
            <a:off x="620680" y="1105694"/>
            <a:ext cx="1941557"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l"/>
            <a:r>
              <a:rPr lang="en-US" altLang="ja-JP" dirty="0"/>
              <a:t>Bluetooth</a:t>
            </a:r>
            <a:r>
              <a:rPr lang="ja-JP" altLang="en-US" dirty="0"/>
              <a:t>マイコン</a:t>
            </a:r>
            <a:endParaRPr lang="en-US" dirty="0" err="1"/>
          </a:p>
        </p:txBody>
      </p:sp>
      <p:sp>
        <p:nvSpPr>
          <p:cNvPr id="8" name="TextBox 7">
            <a:extLst>
              <a:ext uri="{FF2B5EF4-FFF2-40B4-BE49-F238E27FC236}">
                <a16:creationId xmlns:a16="http://schemas.microsoft.com/office/drawing/2014/main" id="{7F8723FE-56D3-470E-AA9A-1671A071AF7D}"/>
              </a:ext>
            </a:extLst>
          </p:cNvPr>
          <p:cNvSpPr txBox="1"/>
          <p:nvPr/>
        </p:nvSpPr>
        <p:spPr>
          <a:xfrm>
            <a:off x="3874513" y="1105694"/>
            <a:ext cx="1710725" cy="36933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pPr algn="l"/>
            <a:r>
              <a:rPr lang="en-US" altLang="ja-JP" dirty="0"/>
              <a:t>STM32</a:t>
            </a:r>
            <a:r>
              <a:rPr lang="ja-JP" altLang="en-US" dirty="0"/>
              <a:t>マイコン</a:t>
            </a:r>
            <a:endParaRPr lang="en-US" dirty="0" err="1"/>
          </a:p>
        </p:txBody>
      </p:sp>
      <p:cxnSp>
        <p:nvCxnSpPr>
          <p:cNvPr id="12" name="Straight Arrow Connector 11">
            <a:extLst>
              <a:ext uri="{FF2B5EF4-FFF2-40B4-BE49-F238E27FC236}">
                <a16:creationId xmlns:a16="http://schemas.microsoft.com/office/drawing/2014/main" id="{CEBB1DB5-C085-10E2-9F12-373AB6744F83}"/>
              </a:ext>
            </a:extLst>
          </p:cNvPr>
          <p:cNvCxnSpPr>
            <a:stCxn id="6" idx="3"/>
            <a:endCxn id="8" idx="1"/>
          </p:cNvCxnSpPr>
          <p:nvPr/>
        </p:nvCxnSpPr>
        <p:spPr>
          <a:xfrm>
            <a:off x="2562237" y="1290360"/>
            <a:ext cx="1312276" cy="0"/>
          </a:xfrm>
          <a:prstGeom prst="straightConnector1">
            <a:avLst/>
          </a:prstGeom>
          <a:ln w="22225">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88CFD41-9686-D1C4-13B7-43327C6803B5}"/>
              </a:ext>
            </a:extLst>
          </p:cNvPr>
          <p:cNvSpPr txBox="1"/>
          <p:nvPr/>
        </p:nvSpPr>
        <p:spPr>
          <a:xfrm>
            <a:off x="2957998" y="1292658"/>
            <a:ext cx="556563" cy="369332"/>
          </a:xfrm>
          <a:prstGeom prst="rect">
            <a:avLst/>
          </a:prstGeom>
          <a:noFill/>
        </p:spPr>
        <p:txBody>
          <a:bodyPr wrap="none" rtlCol="0">
            <a:spAutoFit/>
          </a:bodyPr>
          <a:lstStyle/>
          <a:p>
            <a:pPr algn="l"/>
            <a:r>
              <a:rPr lang="en-US" altLang="ja-JP" dirty="0"/>
              <a:t>SPI</a:t>
            </a:r>
            <a:endParaRPr lang="en-US" dirty="0"/>
          </a:p>
        </p:txBody>
      </p:sp>
      <p:sp>
        <p:nvSpPr>
          <p:cNvPr id="14" name="TextBox 13">
            <a:extLst>
              <a:ext uri="{FF2B5EF4-FFF2-40B4-BE49-F238E27FC236}">
                <a16:creationId xmlns:a16="http://schemas.microsoft.com/office/drawing/2014/main" id="{3E57E4DD-3CB4-E190-2282-2D2CBBE02023}"/>
              </a:ext>
            </a:extLst>
          </p:cNvPr>
          <p:cNvSpPr txBox="1"/>
          <p:nvPr/>
        </p:nvSpPr>
        <p:spPr>
          <a:xfrm>
            <a:off x="5152631" y="1887816"/>
            <a:ext cx="768159"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l"/>
            <a:r>
              <a:rPr lang="en-US" altLang="ja-JP" dirty="0"/>
              <a:t>NFC</a:t>
            </a:r>
          </a:p>
          <a:p>
            <a:pPr algn="l"/>
            <a:r>
              <a:rPr lang="ja-JP" altLang="en-US" dirty="0"/>
              <a:t>チップ</a:t>
            </a:r>
            <a:endParaRPr lang="en-US" dirty="0" err="1"/>
          </a:p>
        </p:txBody>
      </p:sp>
      <p:sp>
        <p:nvSpPr>
          <p:cNvPr id="15" name="TextBox 14">
            <a:extLst>
              <a:ext uri="{FF2B5EF4-FFF2-40B4-BE49-F238E27FC236}">
                <a16:creationId xmlns:a16="http://schemas.microsoft.com/office/drawing/2014/main" id="{24B154A1-8A44-F60B-96E6-6A5CA92F7E8F}"/>
              </a:ext>
            </a:extLst>
          </p:cNvPr>
          <p:cNvSpPr txBox="1"/>
          <p:nvPr/>
        </p:nvSpPr>
        <p:spPr>
          <a:xfrm>
            <a:off x="7571101" y="1287870"/>
            <a:ext cx="825867"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l"/>
            <a:r>
              <a:rPr lang="ja-JP" altLang="en-US" dirty="0"/>
              <a:t>カメラ</a:t>
            </a:r>
            <a:endParaRPr lang="en-US" altLang="ja-JP" dirty="0"/>
          </a:p>
          <a:p>
            <a:pPr algn="l"/>
            <a:r>
              <a:rPr lang="ja-JP" altLang="en-US" dirty="0"/>
              <a:t>センサ</a:t>
            </a:r>
            <a:endParaRPr lang="en-US" dirty="0" err="1"/>
          </a:p>
        </p:txBody>
      </p:sp>
      <p:cxnSp>
        <p:nvCxnSpPr>
          <p:cNvPr id="22" name="Connector: Elbow 21">
            <a:extLst>
              <a:ext uri="{FF2B5EF4-FFF2-40B4-BE49-F238E27FC236}">
                <a16:creationId xmlns:a16="http://schemas.microsoft.com/office/drawing/2014/main" id="{848BE909-98E2-5282-0DA3-E6FE1360C9FD}"/>
              </a:ext>
            </a:extLst>
          </p:cNvPr>
          <p:cNvCxnSpPr>
            <a:stCxn id="8" idx="2"/>
            <a:endCxn id="14" idx="0"/>
          </p:cNvCxnSpPr>
          <p:nvPr/>
        </p:nvCxnSpPr>
        <p:spPr>
          <a:xfrm rot="16200000" flipH="1">
            <a:off x="4926898" y="1278003"/>
            <a:ext cx="412790" cy="806835"/>
          </a:xfrm>
          <a:prstGeom prst="bentConnector3">
            <a:avLst/>
          </a:prstGeom>
          <a:ln w="222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4B8C7A2A-544D-8078-49D0-C6FCF112ECA4}"/>
              </a:ext>
            </a:extLst>
          </p:cNvPr>
          <p:cNvCxnSpPr>
            <a:stCxn id="8" idx="3"/>
            <a:endCxn id="15" idx="1"/>
          </p:cNvCxnSpPr>
          <p:nvPr/>
        </p:nvCxnSpPr>
        <p:spPr>
          <a:xfrm>
            <a:off x="5585238" y="1290360"/>
            <a:ext cx="1985863" cy="320676"/>
          </a:xfrm>
          <a:prstGeom prst="bentConnector3">
            <a:avLst/>
          </a:prstGeom>
          <a:ln w="22225">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A4886343-908F-8B70-E4BB-5B3E79517C72}"/>
              </a:ext>
            </a:extLst>
          </p:cNvPr>
          <p:cNvSpPr txBox="1"/>
          <p:nvPr/>
        </p:nvSpPr>
        <p:spPr>
          <a:xfrm>
            <a:off x="5549731" y="1497274"/>
            <a:ext cx="556563" cy="369332"/>
          </a:xfrm>
          <a:prstGeom prst="rect">
            <a:avLst/>
          </a:prstGeom>
          <a:noFill/>
        </p:spPr>
        <p:txBody>
          <a:bodyPr wrap="none" rtlCol="0">
            <a:spAutoFit/>
          </a:bodyPr>
          <a:lstStyle/>
          <a:p>
            <a:pPr algn="l"/>
            <a:r>
              <a:rPr lang="en-US" altLang="ja-JP" dirty="0"/>
              <a:t>SPI</a:t>
            </a:r>
            <a:endParaRPr lang="en-US" dirty="0"/>
          </a:p>
        </p:txBody>
      </p:sp>
      <p:sp>
        <p:nvSpPr>
          <p:cNvPr id="27" name="TextBox 26">
            <a:extLst>
              <a:ext uri="{FF2B5EF4-FFF2-40B4-BE49-F238E27FC236}">
                <a16:creationId xmlns:a16="http://schemas.microsoft.com/office/drawing/2014/main" id="{4F64CF1E-845A-2EF3-0CAC-C3A614EEE372}"/>
              </a:ext>
            </a:extLst>
          </p:cNvPr>
          <p:cNvSpPr txBox="1"/>
          <p:nvPr/>
        </p:nvSpPr>
        <p:spPr>
          <a:xfrm>
            <a:off x="6567790" y="1097392"/>
            <a:ext cx="556563" cy="369332"/>
          </a:xfrm>
          <a:prstGeom prst="rect">
            <a:avLst/>
          </a:prstGeom>
          <a:noFill/>
        </p:spPr>
        <p:txBody>
          <a:bodyPr wrap="none" rtlCol="0">
            <a:spAutoFit/>
          </a:bodyPr>
          <a:lstStyle/>
          <a:p>
            <a:pPr algn="l"/>
            <a:r>
              <a:rPr lang="en-US" altLang="ja-JP" dirty="0"/>
              <a:t>SPI</a:t>
            </a:r>
            <a:endParaRPr lang="en-US" dirty="0"/>
          </a:p>
        </p:txBody>
      </p:sp>
      <p:sp>
        <p:nvSpPr>
          <p:cNvPr id="28" name="TextBox 27">
            <a:extLst>
              <a:ext uri="{FF2B5EF4-FFF2-40B4-BE49-F238E27FC236}">
                <a16:creationId xmlns:a16="http://schemas.microsoft.com/office/drawing/2014/main" id="{21199947-1212-C614-C748-EEC2C06F6737}"/>
              </a:ext>
            </a:extLst>
          </p:cNvPr>
          <p:cNvSpPr txBox="1"/>
          <p:nvPr/>
        </p:nvSpPr>
        <p:spPr>
          <a:xfrm>
            <a:off x="316515" y="2098909"/>
            <a:ext cx="1031051" cy="923330"/>
          </a:xfrm>
          <a:prstGeom prst="rect">
            <a:avLst/>
          </a:prstGeom>
          <a:noFill/>
        </p:spPr>
        <p:txBody>
          <a:bodyPr wrap="none" rtlCol="0">
            <a:spAutoFit/>
          </a:bodyPr>
          <a:lstStyle/>
          <a:p>
            <a:pPr algn="l"/>
            <a:r>
              <a:rPr lang="en-US" dirty="0" err="1"/>
              <a:t>uITRON</a:t>
            </a:r>
            <a:endParaRPr lang="en-US" dirty="0"/>
          </a:p>
          <a:p>
            <a:pPr algn="l"/>
            <a:r>
              <a:rPr lang="en-US" dirty="0"/>
              <a:t>RTOS</a:t>
            </a:r>
          </a:p>
          <a:p>
            <a:pPr algn="l"/>
            <a:r>
              <a:rPr lang="ja-JP" altLang="en-US" dirty="0"/>
              <a:t>使用</a:t>
            </a:r>
            <a:endParaRPr lang="en-US" dirty="0"/>
          </a:p>
        </p:txBody>
      </p:sp>
      <p:sp>
        <p:nvSpPr>
          <p:cNvPr id="29" name="TextBox 28">
            <a:extLst>
              <a:ext uri="{FF2B5EF4-FFF2-40B4-BE49-F238E27FC236}">
                <a16:creationId xmlns:a16="http://schemas.microsoft.com/office/drawing/2014/main" id="{B1A2A47A-A337-EFC3-9595-BAB956474E8B}"/>
              </a:ext>
            </a:extLst>
          </p:cNvPr>
          <p:cNvSpPr txBox="1"/>
          <p:nvPr/>
        </p:nvSpPr>
        <p:spPr>
          <a:xfrm>
            <a:off x="300037" y="4484024"/>
            <a:ext cx="1183337" cy="923330"/>
          </a:xfrm>
          <a:prstGeom prst="rect">
            <a:avLst/>
          </a:prstGeom>
          <a:noFill/>
        </p:spPr>
        <p:txBody>
          <a:bodyPr wrap="none" rtlCol="0">
            <a:spAutoFit/>
          </a:bodyPr>
          <a:lstStyle/>
          <a:p>
            <a:pPr algn="l"/>
            <a:r>
              <a:rPr lang="en-US" dirty="0"/>
              <a:t>RTOS</a:t>
            </a:r>
          </a:p>
          <a:p>
            <a:pPr algn="l"/>
            <a:r>
              <a:rPr lang="ja-JP" altLang="en-US" dirty="0"/>
              <a:t>未使用</a:t>
            </a:r>
            <a:endParaRPr lang="en-US" altLang="ja-JP" dirty="0"/>
          </a:p>
          <a:p>
            <a:pPr algn="l"/>
            <a:r>
              <a:rPr lang="ja-JP" altLang="en-US" dirty="0"/>
              <a:t>ベアメタル</a:t>
            </a:r>
            <a:endParaRPr lang="en-US" dirty="0"/>
          </a:p>
        </p:txBody>
      </p:sp>
      <p:sp>
        <p:nvSpPr>
          <p:cNvPr id="30" name="TextBox 29">
            <a:extLst>
              <a:ext uri="{FF2B5EF4-FFF2-40B4-BE49-F238E27FC236}">
                <a16:creationId xmlns:a16="http://schemas.microsoft.com/office/drawing/2014/main" id="{AFAB6B56-3253-31C6-4FDD-850CF2612DDE}"/>
              </a:ext>
            </a:extLst>
          </p:cNvPr>
          <p:cNvSpPr txBox="1"/>
          <p:nvPr/>
        </p:nvSpPr>
        <p:spPr>
          <a:xfrm>
            <a:off x="7124025" y="3978676"/>
            <a:ext cx="4406976" cy="2800767"/>
          </a:xfrm>
          <a:prstGeom prst="rect">
            <a:avLst/>
          </a:prstGeom>
          <a:noFill/>
        </p:spPr>
        <p:txBody>
          <a:bodyPr wrap="none" rtlCol="0">
            <a:spAutoFit/>
          </a:bodyPr>
          <a:lstStyle/>
          <a:p>
            <a:pPr algn="l"/>
            <a:r>
              <a:rPr lang="en-US" altLang="ja-JP" sz="1600" dirty="0"/>
              <a:t>STM8</a:t>
            </a:r>
            <a:r>
              <a:rPr lang="ja-JP" altLang="en-US" sz="1600" dirty="0"/>
              <a:t>マイコンで下記を担当</a:t>
            </a:r>
            <a:endParaRPr lang="en-US" altLang="ja-JP" sz="1600" dirty="0"/>
          </a:p>
          <a:p>
            <a:r>
              <a:rPr lang="ja-JP" altLang="en-US" sz="1600" dirty="0"/>
              <a:t>ホスト</a:t>
            </a:r>
            <a:r>
              <a:rPr lang="en-US" altLang="ja-JP" sz="1600" dirty="0"/>
              <a:t>IC</a:t>
            </a:r>
            <a:r>
              <a:rPr lang="ja-JP" altLang="en-US" sz="1600" dirty="0"/>
              <a:t>のステート管理とステート遷移</a:t>
            </a:r>
            <a:endParaRPr lang="en-US" altLang="ja-JP" sz="1600" dirty="0"/>
          </a:p>
          <a:p>
            <a:pPr algn="l"/>
            <a:r>
              <a:rPr lang="en-US" altLang="ja-JP" sz="1600" dirty="0"/>
              <a:t>LED</a:t>
            </a:r>
            <a:r>
              <a:rPr lang="ja-JP" altLang="en-US" sz="1600" dirty="0"/>
              <a:t>制御、消費電力制御、</a:t>
            </a:r>
            <a:r>
              <a:rPr lang="en-US" altLang="ja-JP" sz="1600" dirty="0"/>
              <a:t>FW</a:t>
            </a:r>
            <a:r>
              <a:rPr lang="ja-JP" altLang="en-US" sz="1600" dirty="0"/>
              <a:t>更新機能作成。</a:t>
            </a:r>
            <a:endParaRPr lang="en-US" altLang="ja-JP" sz="1600" dirty="0"/>
          </a:p>
          <a:p>
            <a:pPr algn="l"/>
            <a:r>
              <a:rPr lang="ja-JP" altLang="en-US" sz="1600" dirty="0"/>
              <a:t>ホスト</a:t>
            </a:r>
            <a:r>
              <a:rPr lang="en-US" altLang="ja-JP" sz="1600" dirty="0"/>
              <a:t>IC</a:t>
            </a:r>
            <a:r>
              <a:rPr lang="ja-JP" altLang="en-US" sz="1600" dirty="0"/>
              <a:t>と</a:t>
            </a:r>
            <a:r>
              <a:rPr lang="en-US" altLang="ja-JP" sz="1600" dirty="0"/>
              <a:t>SPI</a:t>
            </a:r>
            <a:r>
              <a:rPr lang="ja-JP" altLang="en-US" sz="1600" dirty="0"/>
              <a:t>で</a:t>
            </a:r>
            <a:r>
              <a:rPr lang="en-US" altLang="ja-JP" sz="1600" dirty="0"/>
              <a:t>5</a:t>
            </a:r>
            <a:r>
              <a:rPr lang="ja-JP" altLang="en-US" sz="1600" dirty="0"/>
              <a:t>ミリ秒周期で通信。</a:t>
            </a:r>
            <a:endParaRPr lang="en-US" altLang="ja-JP" sz="1600" dirty="0"/>
          </a:p>
          <a:p>
            <a:pPr algn="l"/>
            <a:r>
              <a:rPr lang="ja-JP" altLang="en-US" sz="1600" dirty="0"/>
              <a:t>ホスト</a:t>
            </a:r>
            <a:r>
              <a:rPr lang="en-US" altLang="ja-JP" sz="1600" dirty="0"/>
              <a:t>IC</a:t>
            </a:r>
            <a:r>
              <a:rPr lang="ja-JP" altLang="en-US" sz="1600" dirty="0"/>
              <a:t>用の</a:t>
            </a:r>
            <a:r>
              <a:rPr lang="en-US" altLang="ja-JP" sz="1600" dirty="0"/>
              <a:t>SPI EEPROM</a:t>
            </a:r>
            <a:r>
              <a:rPr lang="ja-JP" altLang="en-US" sz="1600" dirty="0"/>
              <a:t>として動作。</a:t>
            </a:r>
            <a:endParaRPr lang="en-US" altLang="ja-JP" sz="1600" dirty="0"/>
          </a:p>
          <a:p>
            <a:pPr algn="l"/>
            <a:r>
              <a:rPr lang="ja-JP" altLang="en-US" sz="1600" dirty="0"/>
              <a:t>電源管理</a:t>
            </a:r>
            <a:r>
              <a:rPr lang="en-US" altLang="ja-JP" sz="1600" dirty="0"/>
              <a:t>IC</a:t>
            </a:r>
            <a:r>
              <a:rPr lang="ja-JP" altLang="en-US" sz="1600" dirty="0"/>
              <a:t>と</a:t>
            </a:r>
            <a:r>
              <a:rPr lang="en-US" altLang="ja-JP" sz="1600" dirty="0"/>
              <a:t>I2C</a:t>
            </a:r>
            <a:r>
              <a:rPr lang="ja-JP" altLang="en-US" sz="1600" dirty="0"/>
              <a:t>で通信し、</a:t>
            </a:r>
            <a:r>
              <a:rPr lang="en-US" altLang="ja-JP" sz="1600" dirty="0"/>
              <a:t>1.8/2.8/3,3V</a:t>
            </a:r>
            <a:r>
              <a:rPr lang="ja-JP" altLang="en-US" sz="1600" dirty="0"/>
              <a:t>を制御。</a:t>
            </a:r>
            <a:endParaRPr lang="en-US" altLang="ja-JP" sz="1600" dirty="0"/>
          </a:p>
          <a:p>
            <a:pPr algn="l"/>
            <a:r>
              <a:rPr lang="ja-JP" altLang="en-US" sz="1600" dirty="0"/>
              <a:t>下記を</a:t>
            </a:r>
            <a:r>
              <a:rPr lang="en-US" altLang="ja-JP" sz="1600" dirty="0"/>
              <a:t>4</a:t>
            </a:r>
            <a:r>
              <a:rPr lang="ja-JP" altLang="en-US" sz="1600" dirty="0"/>
              <a:t>ミリ秒以内に全て読み取り。</a:t>
            </a:r>
            <a:endParaRPr lang="en-US" altLang="ja-JP" sz="1600" dirty="0"/>
          </a:p>
          <a:p>
            <a:pPr algn="l"/>
            <a:r>
              <a:rPr lang="en-US" altLang="ja-JP" sz="1600" dirty="0"/>
              <a:t>SPI: </a:t>
            </a:r>
            <a:r>
              <a:rPr lang="ja-JP" altLang="en-US" sz="1600" dirty="0"/>
              <a:t>加速度、ジャイロ、磁気センサ、タッチ座標</a:t>
            </a:r>
            <a:endParaRPr lang="en-US" altLang="ja-JP" sz="1600" dirty="0"/>
          </a:p>
          <a:p>
            <a:pPr algn="l"/>
            <a:r>
              <a:rPr lang="en-US" altLang="ja-JP" sz="1600" dirty="0"/>
              <a:t>GPIO: 20</a:t>
            </a:r>
            <a:r>
              <a:rPr lang="ja-JP" altLang="en-US" sz="1600" dirty="0"/>
              <a:t>個のユーザボタン</a:t>
            </a:r>
            <a:endParaRPr lang="en-US" altLang="ja-JP" sz="1600" dirty="0"/>
          </a:p>
          <a:p>
            <a:pPr algn="l"/>
            <a:r>
              <a:rPr lang="en-US" altLang="ja-JP" sz="1600" dirty="0"/>
              <a:t>ADC: 2</a:t>
            </a:r>
            <a:r>
              <a:rPr lang="ja-JP" altLang="en-US" sz="1600" dirty="0"/>
              <a:t>つのアナログパッド</a:t>
            </a:r>
            <a:endParaRPr lang="en-US" altLang="ja-JP" sz="1600" dirty="0"/>
          </a:p>
          <a:p>
            <a:pPr algn="l"/>
            <a:r>
              <a:rPr lang="en-US" altLang="ja-JP" sz="1600" dirty="0"/>
              <a:t>I2C: PMIC</a:t>
            </a:r>
            <a:r>
              <a:rPr lang="ja-JP" altLang="en-US" sz="1600" dirty="0"/>
              <a:t>から電池残量情報</a:t>
            </a:r>
            <a:endParaRPr lang="en-US" altLang="ja-JP" sz="1600" dirty="0"/>
          </a:p>
        </p:txBody>
      </p:sp>
      <p:sp>
        <p:nvSpPr>
          <p:cNvPr id="16" name="TextBox 15">
            <a:extLst>
              <a:ext uri="{FF2B5EF4-FFF2-40B4-BE49-F238E27FC236}">
                <a16:creationId xmlns:a16="http://schemas.microsoft.com/office/drawing/2014/main" id="{83985B55-F2AC-4339-B5BE-9CF2C0C29A0D}"/>
              </a:ext>
            </a:extLst>
          </p:cNvPr>
          <p:cNvSpPr txBox="1"/>
          <p:nvPr/>
        </p:nvSpPr>
        <p:spPr>
          <a:xfrm>
            <a:off x="2039980" y="3272580"/>
            <a:ext cx="1526302" cy="646331"/>
          </a:xfrm>
          <a:prstGeom prst="rect">
            <a:avLst/>
          </a:prstGeom>
          <a:noFill/>
        </p:spPr>
        <p:txBody>
          <a:bodyPr wrap="square">
            <a:spAutoFit/>
          </a:bodyPr>
          <a:lstStyle/>
          <a:p>
            <a:r>
              <a:rPr lang="en-US" altLang="ja-JP" dirty="0"/>
              <a:t>2015</a:t>
            </a:r>
            <a:r>
              <a:rPr lang="ja-JP" altLang="en-US" dirty="0"/>
              <a:t>年</a:t>
            </a:r>
            <a:r>
              <a:rPr lang="en-US" altLang="ja-JP" dirty="0"/>
              <a:t>4</a:t>
            </a:r>
            <a:r>
              <a:rPr lang="ja-JP" altLang="en-US" dirty="0"/>
              <a:t>月～</a:t>
            </a:r>
          </a:p>
          <a:p>
            <a:r>
              <a:rPr lang="en-US" altLang="ja-JP" dirty="0"/>
              <a:t>2019</a:t>
            </a:r>
            <a:r>
              <a:rPr lang="ja-JP" altLang="en-US" dirty="0"/>
              <a:t>年</a:t>
            </a:r>
            <a:r>
              <a:rPr lang="en-US" altLang="ja-JP" dirty="0"/>
              <a:t>3</a:t>
            </a:r>
            <a:r>
              <a:rPr lang="ja-JP" altLang="en-US" dirty="0"/>
              <a:t>月</a:t>
            </a:r>
            <a:endParaRPr lang="en-US" dirty="0"/>
          </a:p>
        </p:txBody>
      </p:sp>
      <p:sp>
        <p:nvSpPr>
          <p:cNvPr id="19" name="TextBox 18">
            <a:extLst>
              <a:ext uri="{FF2B5EF4-FFF2-40B4-BE49-F238E27FC236}">
                <a16:creationId xmlns:a16="http://schemas.microsoft.com/office/drawing/2014/main" id="{4B1D2FFC-DF8E-41B5-5214-936C2674CC36}"/>
              </a:ext>
            </a:extLst>
          </p:cNvPr>
          <p:cNvSpPr txBox="1"/>
          <p:nvPr/>
        </p:nvSpPr>
        <p:spPr>
          <a:xfrm>
            <a:off x="1415169" y="5773311"/>
            <a:ext cx="1526302" cy="646331"/>
          </a:xfrm>
          <a:prstGeom prst="rect">
            <a:avLst/>
          </a:prstGeom>
          <a:noFill/>
        </p:spPr>
        <p:txBody>
          <a:bodyPr wrap="square">
            <a:spAutoFit/>
          </a:bodyPr>
          <a:lstStyle/>
          <a:p>
            <a:r>
              <a:rPr lang="en-US" altLang="ja-JP" dirty="0"/>
              <a:t>2010</a:t>
            </a:r>
            <a:r>
              <a:rPr lang="ja-JP" altLang="en-US" dirty="0"/>
              <a:t>年</a:t>
            </a:r>
            <a:r>
              <a:rPr lang="en-US" altLang="ja-JP" dirty="0"/>
              <a:t>9</a:t>
            </a:r>
            <a:r>
              <a:rPr lang="ja-JP" altLang="en-US" dirty="0"/>
              <a:t>月～ </a:t>
            </a:r>
          </a:p>
          <a:p>
            <a:r>
              <a:rPr lang="en-US" altLang="ja-JP" dirty="0"/>
              <a:t>2014</a:t>
            </a:r>
            <a:r>
              <a:rPr lang="ja-JP" altLang="en-US" dirty="0"/>
              <a:t>年</a:t>
            </a:r>
            <a:r>
              <a:rPr lang="en-US" altLang="ja-JP" dirty="0"/>
              <a:t>10</a:t>
            </a:r>
            <a:r>
              <a:rPr lang="ja-JP" altLang="en-US" dirty="0"/>
              <a:t>月 </a:t>
            </a:r>
          </a:p>
        </p:txBody>
      </p:sp>
    </p:spTree>
    <p:extLst>
      <p:ext uri="{BB962C8B-B14F-4D97-AF65-F5344CB8AC3E}">
        <p14:creationId xmlns:p14="http://schemas.microsoft.com/office/powerpoint/2010/main" val="1206968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
            <a:extLst>
              <a:ext uri="{FF2B5EF4-FFF2-40B4-BE49-F238E27FC236}">
                <a16:creationId xmlns:a16="http://schemas.microsoft.com/office/drawing/2014/main" id="{37EE81E6-D30C-B895-3E3E-C8603929FB3A}"/>
              </a:ext>
            </a:extLst>
          </p:cNvPr>
          <p:cNvPicPr>
            <a:picLocks noChangeAspect="1"/>
          </p:cNvPicPr>
          <p:nvPr/>
        </p:nvPicPr>
        <p:blipFill>
          <a:blip r:embed="rId2"/>
          <a:stretch>
            <a:fillRect/>
          </a:stretch>
        </p:blipFill>
        <p:spPr>
          <a:xfrm>
            <a:off x="1065750" y="113743"/>
            <a:ext cx="10060499" cy="6637927"/>
          </a:xfrm>
          <a:prstGeom prst="rect">
            <a:avLst/>
          </a:prstGeom>
        </p:spPr>
      </p:pic>
    </p:spTree>
    <p:extLst>
      <p:ext uri="{BB962C8B-B14F-4D97-AF65-F5344CB8AC3E}">
        <p14:creationId xmlns:p14="http://schemas.microsoft.com/office/powerpoint/2010/main" val="2129664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C004D-B140-986E-2A9D-1D5B0F07EC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E1DD3-712F-D183-DA55-558E7933E4B8}"/>
              </a:ext>
            </a:extLst>
          </p:cNvPr>
          <p:cNvSpPr>
            <a:spLocks noGrp="1"/>
          </p:cNvSpPr>
          <p:nvPr>
            <p:ph type="title"/>
          </p:nvPr>
        </p:nvSpPr>
        <p:spPr/>
        <p:txBody>
          <a:bodyPr/>
          <a:lstStyle/>
          <a:p>
            <a:r>
              <a:rPr lang="ja-JP" altLang="en-US" dirty="0"/>
              <a:t>その他ファームウェア開発事例</a:t>
            </a:r>
            <a:endParaRPr lang="en-US" dirty="0"/>
          </a:p>
        </p:txBody>
      </p:sp>
      <p:pic>
        <p:nvPicPr>
          <p:cNvPr id="4" name="Picture 3" descr="A hand holding a card next to a small white device&#10;&#10;AI-generated content may be incorrect.">
            <a:extLst>
              <a:ext uri="{FF2B5EF4-FFF2-40B4-BE49-F238E27FC236}">
                <a16:creationId xmlns:a16="http://schemas.microsoft.com/office/drawing/2014/main" id="{F378F4E3-3238-F4A9-F94F-AC6821181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963" y="937810"/>
            <a:ext cx="5199377" cy="2112247"/>
          </a:xfrm>
          <a:prstGeom prst="rect">
            <a:avLst/>
          </a:prstGeom>
        </p:spPr>
      </p:pic>
      <p:sp>
        <p:nvSpPr>
          <p:cNvPr id="9" name="Rectangle 8">
            <a:extLst>
              <a:ext uri="{FF2B5EF4-FFF2-40B4-BE49-F238E27FC236}">
                <a16:creationId xmlns:a16="http://schemas.microsoft.com/office/drawing/2014/main" id="{77152FDE-612A-881F-3117-B27DE13615FD}"/>
              </a:ext>
            </a:extLst>
          </p:cNvPr>
          <p:cNvSpPr/>
          <p:nvPr/>
        </p:nvSpPr>
        <p:spPr>
          <a:xfrm>
            <a:off x="2125487" y="2018843"/>
            <a:ext cx="1473026" cy="617629"/>
          </a:xfrm>
          <a:prstGeom prst="rect">
            <a:avLst/>
          </a:prstGeom>
          <a:no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buClr>
                <a:schemeClr val="bg1"/>
              </a:buClr>
            </a:pPr>
            <a:endParaRPr lang="en-US" dirty="0" err="1"/>
          </a:p>
        </p:txBody>
      </p:sp>
      <p:grpSp>
        <p:nvGrpSpPr>
          <p:cNvPr id="7" name="Group 6">
            <a:extLst>
              <a:ext uri="{FF2B5EF4-FFF2-40B4-BE49-F238E27FC236}">
                <a16:creationId xmlns:a16="http://schemas.microsoft.com/office/drawing/2014/main" id="{0C326C21-EE94-83E6-B255-41AB4886EC81}"/>
              </a:ext>
            </a:extLst>
          </p:cNvPr>
          <p:cNvGrpSpPr/>
          <p:nvPr/>
        </p:nvGrpSpPr>
        <p:grpSpPr>
          <a:xfrm>
            <a:off x="5159900" y="3044936"/>
            <a:ext cx="3304145" cy="1907309"/>
            <a:chOff x="3372679" y="3074794"/>
            <a:chExt cx="3304145" cy="1907309"/>
          </a:xfrm>
        </p:grpSpPr>
        <p:pic>
          <p:nvPicPr>
            <p:cNvPr id="6" name="Picture 5" descr="A box with a toy car and a video game controller&#10;&#10;AI-generated content may be incorrect.">
              <a:extLst>
                <a:ext uri="{FF2B5EF4-FFF2-40B4-BE49-F238E27FC236}">
                  <a16:creationId xmlns:a16="http://schemas.microsoft.com/office/drawing/2014/main" id="{CD2126BA-3111-DD3B-8444-C71308B8BE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2679" y="3074794"/>
              <a:ext cx="3304145" cy="1907309"/>
            </a:xfrm>
            <a:prstGeom prst="rect">
              <a:avLst/>
            </a:prstGeom>
          </p:spPr>
        </p:pic>
        <p:sp>
          <p:nvSpPr>
            <p:cNvPr id="10" name="Rectangle 9">
              <a:extLst>
                <a:ext uri="{FF2B5EF4-FFF2-40B4-BE49-F238E27FC236}">
                  <a16:creationId xmlns:a16="http://schemas.microsoft.com/office/drawing/2014/main" id="{4766D6F3-B41A-5433-4230-FE1B7C30B6B4}"/>
                </a:ext>
              </a:extLst>
            </p:cNvPr>
            <p:cNvSpPr/>
            <p:nvPr/>
          </p:nvSpPr>
          <p:spPr>
            <a:xfrm>
              <a:off x="4768349" y="3715474"/>
              <a:ext cx="1771003" cy="1196255"/>
            </a:xfrm>
            <a:prstGeom prst="rect">
              <a:avLst/>
            </a:prstGeom>
            <a:no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buClr>
                  <a:schemeClr val="bg1"/>
                </a:buClr>
              </a:pPr>
              <a:endParaRPr lang="en-US" dirty="0" err="1"/>
            </a:p>
          </p:txBody>
        </p:sp>
      </p:grpSp>
      <p:grpSp>
        <p:nvGrpSpPr>
          <p:cNvPr id="15" name="Group 14">
            <a:extLst>
              <a:ext uri="{FF2B5EF4-FFF2-40B4-BE49-F238E27FC236}">
                <a16:creationId xmlns:a16="http://schemas.microsoft.com/office/drawing/2014/main" id="{EC8B4107-33DA-1935-3415-06568E8D6E62}"/>
              </a:ext>
            </a:extLst>
          </p:cNvPr>
          <p:cNvGrpSpPr/>
          <p:nvPr/>
        </p:nvGrpSpPr>
        <p:grpSpPr>
          <a:xfrm>
            <a:off x="8760083" y="1392953"/>
            <a:ext cx="2983984" cy="2124076"/>
            <a:chOff x="8912483" y="1069103"/>
            <a:chExt cx="2983984" cy="2124076"/>
          </a:xfrm>
        </p:grpSpPr>
        <p:pic>
          <p:nvPicPr>
            <p:cNvPr id="8" name="Picture 7" descr="A close-up of a video game controller&#10;&#10;AI-generated content may be incorrect.">
              <a:extLst>
                <a:ext uri="{FF2B5EF4-FFF2-40B4-BE49-F238E27FC236}">
                  <a16:creationId xmlns:a16="http://schemas.microsoft.com/office/drawing/2014/main" id="{1D89D654-3196-7FB0-793F-AE659DCCDD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12483" y="1069103"/>
              <a:ext cx="2983984" cy="2124076"/>
            </a:xfrm>
            <a:prstGeom prst="rect">
              <a:avLst/>
            </a:prstGeom>
          </p:spPr>
        </p:pic>
        <p:sp>
          <p:nvSpPr>
            <p:cNvPr id="11" name="Rectangle 10">
              <a:extLst>
                <a:ext uri="{FF2B5EF4-FFF2-40B4-BE49-F238E27FC236}">
                  <a16:creationId xmlns:a16="http://schemas.microsoft.com/office/drawing/2014/main" id="{7E76212A-2336-3862-EE09-219611FD213A}"/>
                </a:ext>
              </a:extLst>
            </p:cNvPr>
            <p:cNvSpPr/>
            <p:nvPr/>
          </p:nvSpPr>
          <p:spPr>
            <a:xfrm>
              <a:off x="9126177" y="2297257"/>
              <a:ext cx="1540194" cy="796636"/>
            </a:xfrm>
            <a:prstGeom prst="rect">
              <a:avLst/>
            </a:prstGeom>
            <a:no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buClr>
                  <a:schemeClr val="bg1"/>
                </a:buClr>
              </a:pPr>
              <a:endParaRPr lang="en-US" dirty="0" err="1"/>
            </a:p>
          </p:txBody>
        </p:sp>
      </p:grpSp>
      <p:sp>
        <p:nvSpPr>
          <p:cNvPr id="12" name="TextBox 11">
            <a:extLst>
              <a:ext uri="{FF2B5EF4-FFF2-40B4-BE49-F238E27FC236}">
                <a16:creationId xmlns:a16="http://schemas.microsoft.com/office/drawing/2014/main" id="{EA33B223-34AE-2611-E437-3581EA69A477}"/>
              </a:ext>
            </a:extLst>
          </p:cNvPr>
          <p:cNvSpPr txBox="1"/>
          <p:nvPr/>
        </p:nvSpPr>
        <p:spPr>
          <a:xfrm>
            <a:off x="1287682" y="2817312"/>
            <a:ext cx="3373039" cy="1477328"/>
          </a:xfrm>
          <a:prstGeom prst="rect">
            <a:avLst/>
          </a:prstGeom>
          <a:noFill/>
        </p:spPr>
        <p:txBody>
          <a:bodyPr wrap="none" rtlCol="0">
            <a:spAutoFit/>
          </a:bodyPr>
          <a:lstStyle/>
          <a:p>
            <a:pPr marL="285750" indent="-285750" algn="l">
              <a:buFont typeface="Arial" panose="020B0604020202020204" pitchFamily="34" charset="0"/>
              <a:buChar char="•"/>
            </a:pPr>
            <a:r>
              <a:rPr lang="en-US" altLang="ja-JP" dirty="0"/>
              <a:t>SPI</a:t>
            </a:r>
            <a:r>
              <a:rPr lang="ja-JP" altLang="en-US" dirty="0"/>
              <a:t>で</a:t>
            </a:r>
            <a:r>
              <a:rPr lang="en-US" altLang="ja-JP" dirty="0"/>
              <a:t>NFC</a:t>
            </a:r>
            <a:r>
              <a:rPr lang="ja-JP" altLang="en-US" dirty="0"/>
              <a:t>通信チップを制御</a:t>
            </a:r>
            <a:endParaRPr lang="en-US" dirty="0"/>
          </a:p>
          <a:p>
            <a:pPr marL="285750" indent="-285750" algn="l">
              <a:buFont typeface="Arial" panose="020B0604020202020204" pitchFamily="34" charset="0"/>
              <a:buChar char="•"/>
            </a:pPr>
            <a:r>
              <a:rPr lang="ja-JP" altLang="en-US" dirty="0"/>
              <a:t>赤外線で携帯ゲーム機と通信</a:t>
            </a:r>
            <a:endParaRPr lang="en-US" dirty="0"/>
          </a:p>
          <a:p>
            <a:pPr marL="285750" indent="-285750" algn="l">
              <a:buFont typeface="Arial" panose="020B0604020202020204" pitchFamily="34" charset="0"/>
              <a:buChar char="•"/>
            </a:pPr>
            <a:r>
              <a:rPr lang="en-US" altLang="ja-JP" dirty="0"/>
              <a:t>LED</a:t>
            </a:r>
            <a:r>
              <a:rPr lang="ja-JP" altLang="en-US" dirty="0"/>
              <a:t>制御、電池残量読み取り</a:t>
            </a:r>
            <a:endParaRPr lang="en-US" dirty="0"/>
          </a:p>
          <a:p>
            <a:pPr marL="285750" indent="-285750" algn="l">
              <a:buFont typeface="Arial" panose="020B0604020202020204" pitchFamily="34" charset="0"/>
              <a:buChar char="•"/>
            </a:pPr>
            <a:r>
              <a:rPr lang="ja-JP" altLang="en-US" dirty="0"/>
              <a:t>消費電力制御</a:t>
            </a:r>
            <a:endParaRPr lang="en-US" altLang="ja-JP" dirty="0"/>
          </a:p>
          <a:p>
            <a:pPr marL="285750" indent="-285750" algn="l">
              <a:buFont typeface="Arial" panose="020B0604020202020204" pitchFamily="34" charset="0"/>
              <a:buChar char="•"/>
            </a:pPr>
            <a:r>
              <a:rPr lang="en-US" altLang="ja-JP" dirty="0"/>
              <a:t>FW</a:t>
            </a:r>
            <a:r>
              <a:rPr lang="ja-JP" altLang="en-US" dirty="0"/>
              <a:t>更新機能</a:t>
            </a:r>
            <a:endParaRPr lang="en-US" dirty="0"/>
          </a:p>
        </p:txBody>
      </p:sp>
      <p:sp>
        <p:nvSpPr>
          <p:cNvPr id="13" name="TextBox 12">
            <a:extLst>
              <a:ext uri="{FF2B5EF4-FFF2-40B4-BE49-F238E27FC236}">
                <a16:creationId xmlns:a16="http://schemas.microsoft.com/office/drawing/2014/main" id="{C6269533-8B16-989E-81BB-29CD602D3B51}"/>
              </a:ext>
            </a:extLst>
          </p:cNvPr>
          <p:cNvSpPr txBox="1"/>
          <p:nvPr/>
        </p:nvSpPr>
        <p:spPr>
          <a:xfrm>
            <a:off x="8935186" y="3550278"/>
            <a:ext cx="2808782" cy="923330"/>
          </a:xfrm>
          <a:prstGeom prst="rect">
            <a:avLst/>
          </a:prstGeom>
          <a:noFill/>
        </p:spPr>
        <p:txBody>
          <a:bodyPr wrap="none" rtlCol="0">
            <a:spAutoFit/>
          </a:bodyPr>
          <a:lstStyle/>
          <a:p>
            <a:pPr marL="285750" indent="-285750" algn="l">
              <a:buFont typeface="Arial" panose="020B0604020202020204" pitchFamily="34" charset="0"/>
              <a:buChar char="•"/>
            </a:pPr>
            <a:r>
              <a:rPr lang="ja-JP" altLang="en-US" dirty="0"/>
              <a:t>ユーザボタン読み取り</a:t>
            </a:r>
            <a:endParaRPr lang="en-US" dirty="0"/>
          </a:p>
          <a:p>
            <a:pPr marL="285750" indent="-285750" algn="l">
              <a:buFont typeface="Arial" panose="020B0604020202020204" pitchFamily="34" charset="0"/>
              <a:buChar char="•"/>
            </a:pPr>
            <a:r>
              <a:rPr lang="en-US" altLang="ja-JP" dirty="0"/>
              <a:t>I2C</a:t>
            </a:r>
            <a:r>
              <a:rPr lang="ja-JP" altLang="en-US" dirty="0"/>
              <a:t>でゲーム本体と通信</a:t>
            </a:r>
            <a:endParaRPr lang="en-US" altLang="ja-JP" dirty="0"/>
          </a:p>
          <a:p>
            <a:pPr marL="285750" indent="-285750" algn="l">
              <a:buFont typeface="Arial" panose="020B0604020202020204" pitchFamily="34" charset="0"/>
              <a:buChar char="•"/>
            </a:pPr>
            <a:r>
              <a:rPr lang="ja-JP" altLang="en-US" dirty="0"/>
              <a:t>消費電力制御</a:t>
            </a:r>
            <a:endParaRPr lang="en-US" dirty="0"/>
          </a:p>
        </p:txBody>
      </p:sp>
      <p:sp>
        <p:nvSpPr>
          <p:cNvPr id="14" name="TextBox 13">
            <a:extLst>
              <a:ext uri="{FF2B5EF4-FFF2-40B4-BE49-F238E27FC236}">
                <a16:creationId xmlns:a16="http://schemas.microsoft.com/office/drawing/2014/main" id="{A6027CA5-B0A1-D37E-069E-651476E0B0DE}"/>
              </a:ext>
            </a:extLst>
          </p:cNvPr>
          <p:cNvSpPr txBox="1"/>
          <p:nvPr/>
        </p:nvSpPr>
        <p:spPr>
          <a:xfrm>
            <a:off x="4963885" y="5015397"/>
            <a:ext cx="6556603" cy="1754326"/>
          </a:xfrm>
          <a:prstGeom prst="rect">
            <a:avLst/>
          </a:prstGeom>
          <a:noFill/>
        </p:spPr>
        <p:txBody>
          <a:bodyPr wrap="none" rtlCol="0">
            <a:spAutoFit/>
          </a:bodyPr>
          <a:lstStyle/>
          <a:p>
            <a:pPr marL="285750" indent="-285750" algn="l">
              <a:buFont typeface="Arial" panose="020B0604020202020204" pitchFamily="34" charset="0"/>
              <a:buChar char="•"/>
            </a:pPr>
            <a:r>
              <a:rPr lang="ja-JP" altLang="en-US" dirty="0"/>
              <a:t>ホストプロセッサと</a:t>
            </a:r>
            <a:r>
              <a:rPr lang="en-US" altLang="ja-JP" dirty="0"/>
              <a:t>SPI</a:t>
            </a:r>
            <a:r>
              <a:rPr lang="ja-JP" altLang="en-US" dirty="0"/>
              <a:t>で</a:t>
            </a:r>
            <a:r>
              <a:rPr lang="en-US" altLang="ja-JP" dirty="0"/>
              <a:t>5</a:t>
            </a:r>
            <a:r>
              <a:rPr lang="ja-JP" altLang="en-US" dirty="0"/>
              <a:t>ミリ秒毎に通信</a:t>
            </a:r>
            <a:endParaRPr lang="en-US" dirty="0"/>
          </a:p>
          <a:p>
            <a:pPr marL="285750" indent="-285750" algn="l">
              <a:buFont typeface="Arial" panose="020B0604020202020204" pitchFamily="34" charset="0"/>
              <a:buChar char="•"/>
            </a:pPr>
            <a:r>
              <a:rPr lang="en-US" altLang="ja-JP" dirty="0"/>
              <a:t>5</a:t>
            </a:r>
            <a:r>
              <a:rPr lang="ja-JP" altLang="en-US" dirty="0"/>
              <a:t>ミリ秒毎に</a:t>
            </a:r>
            <a:r>
              <a:rPr lang="en-US" altLang="ja-JP" dirty="0"/>
              <a:t>6</a:t>
            </a:r>
            <a:r>
              <a:rPr lang="ja-JP" altLang="en-US" dirty="0"/>
              <a:t>軸</a:t>
            </a:r>
            <a:r>
              <a:rPr lang="en-US" altLang="ja-JP" dirty="0"/>
              <a:t>MEMS</a:t>
            </a:r>
            <a:r>
              <a:rPr lang="ja-JP" altLang="en-US" dirty="0"/>
              <a:t>センサからデータ読み取り</a:t>
            </a:r>
            <a:endParaRPr lang="en-US" altLang="ja-JP" dirty="0"/>
          </a:p>
          <a:p>
            <a:pPr marL="285750" indent="-285750" algn="l">
              <a:buFont typeface="Arial" panose="020B0604020202020204" pitchFamily="34" charset="0"/>
              <a:buChar char="•"/>
            </a:pPr>
            <a:r>
              <a:rPr lang="en-US" altLang="ja-JP" dirty="0"/>
              <a:t>GPIO</a:t>
            </a:r>
            <a:r>
              <a:rPr lang="ja-JP" altLang="en-US" dirty="0"/>
              <a:t>出力で</a:t>
            </a:r>
            <a:r>
              <a:rPr lang="en-US" sz="1800" b="0" i="0" u="none" strike="noStrike" baseline="0" dirty="0"/>
              <a:t>1.2/1.5/3.3V</a:t>
            </a:r>
            <a:r>
              <a:rPr lang="ja-JP" altLang="en-US" sz="1800" b="0" i="0" u="none" strike="noStrike" baseline="0" dirty="0"/>
              <a:t>を制御</a:t>
            </a:r>
            <a:endParaRPr lang="en-US" altLang="ja-JP" sz="1800" b="0" i="0" u="none" strike="noStrike" baseline="0" dirty="0"/>
          </a:p>
          <a:p>
            <a:pPr marL="285750" indent="-285750" algn="l">
              <a:buFont typeface="Arial" panose="020B0604020202020204" pitchFamily="34" charset="0"/>
              <a:buChar char="•"/>
            </a:pPr>
            <a:r>
              <a:rPr lang="en-US" altLang="ja-JP" dirty="0"/>
              <a:t>USB Battery Charging (BC)</a:t>
            </a:r>
            <a:r>
              <a:rPr lang="ja-JP" altLang="en-US" dirty="0"/>
              <a:t>検知で電源の供給能力を判断し、</a:t>
            </a:r>
            <a:br>
              <a:rPr lang="en-US" altLang="ja-JP" dirty="0"/>
            </a:br>
            <a:r>
              <a:rPr lang="ja-JP" altLang="en-US" dirty="0"/>
              <a:t>電池充電</a:t>
            </a:r>
            <a:r>
              <a:rPr lang="en-US" altLang="ja-JP" dirty="0"/>
              <a:t>IC</a:t>
            </a:r>
            <a:r>
              <a:rPr lang="ja-JP" altLang="en-US" dirty="0"/>
              <a:t>を制御</a:t>
            </a:r>
            <a:endParaRPr lang="en-US" altLang="ja-JP" sz="1800" b="0" i="0" u="none" strike="noStrike" baseline="0" dirty="0"/>
          </a:p>
          <a:p>
            <a:pPr marL="285750" indent="-285750" algn="l">
              <a:buFont typeface="Arial" panose="020B0604020202020204" pitchFamily="34" charset="0"/>
              <a:buChar char="•"/>
            </a:pPr>
            <a:r>
              <a:rPr lang="ja-JP" altLang="en-US" dirty="0"/>
              <a:t>消費電力制御、</a:t>
            </a:r>
            <a:r>
              <a:rPr lang="en-US" altLang="ja-JP" dirty="0"/>
              <a:t>FW</a:t>
            </a:r>
            <a:r>
              <a:rPr lang="ja-JP" altLang="en-US" dirty="0"/>
              <a:t>更新機能</a:t>
            </a:r>
            <a:endParaRPr lang="en-US" sz="1800" b="0" i="0" u="none" strike="noStrike" baseline="0" dirty="0"/>
          </a:p>
        </p:txBody>
      </p:sp>
      <p:pic>
        <p:nvPicPr>
          <p:cNvPr id="16" name="Picture 15" descr="A handheld video game console&#10;&#10;AI-generated content may be incorrect.">
            <a:extLst>
              <a:ext uri="{FF2B5EF4-FFF2-40B4-BE49-F238E27FC236}">
                <a16:creationId xmlns:a16="http://schemas.microsoft.com/office/drawing/2014/main" id="{23C1468A-2244-7E7A-F0D2-F45C49E5F3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5613" y="4700385"/>
            <a:ext cx="2619375" cy="1743075"/>
          </a:xfrm>
          <a:prstGeom prst="rect">
            <a:avLst/>
          </a:prstGeom>
        </p:spPr>
      </p:pic>
      <p:sp>
        <p:nvSpPr>
          <p:cNvPr id="17" name="TextBox 16">
            <a:extLst>
              <a:ext uri="{FF2B5EF4-FFF2-40B4-BE49-F238E27FC236}">
                <a16:creationId xmlns:a16="http://schemas.microsoft.com/office/drawing/2014/main" id="{F6C6B230-D050-E8F1-E8CE-06F3809170DB}"/>
              </a:ext>
            </a:extLst>
          </p:cNvPr>
          <p:cNvSpPr txBox="1"/>
          <p:nvPr/>
        </p:nvSpPr>
        <p:spPr>
          <a:xfrm>
            <a:off x="1233946" y="6361160"/>
            <a:ext cx="3538148" cy="369332"/>
          </a:xfrm>
          <a:prstGeom prst="rect">
            <a:avLst/>
          </a:prstGeom>
          <a:noFill/>
        </p:spPr>
        <p:txBody>
          <a:bodyPr wrap="none" rtlCol="0">
            <a:spAutoFit/>
          </a:bodyPr>
          <a:lstStyle/>
          <a:p>
            <a:pPr marL="285750" indent="-285750" algn="l">
              <a:buFont typeface="Arial" panose="020B0604020202020204" pitchFamily="34" charset="0"/>
              <a:buChar char="•"/>
            </a:pPr>
            <a:r>
              <a:rPr lang="ja-JP" altLang="en-US" dirty="0"/>
              <a:t>試作基板上で動作する検査</a:t>
            </a:r>
            <a:r>
              <a:rPr lang="en-US" altLang="ja-JP" dirty="0"/>
              <a:t>FW</a:t>
            </a:r>
            <a:endParaRPr lang="en-US" dirty="0"/>
          </a:p>
        </p:txBody>
      </p:sp>
      <p:sp>
        <p:nvSpPr>
          <p:cNvPr id="19" name="TextBox 18">
            <a:extLst>
              <a:ext uri="{FF2B5EF4-FFF2-40B4-BE49-F238E27FC236}">
                <a16:creationId xmlns:a16="http://schemas.microsoft.com/office/drawing/2014/main" id="{4860E44C-6B3A-C4B8-E140-8CABCDD880B0}"/>
              </a:ext>
            </a:extLst>
          </p:cNvPr>
          <p:cNvSpPr txBox="1"/>
          <p:nvPr/>
        </p:nvSpPr>
        <p:spPr>
          <a:xfrm>
            <a:off x="3854146" y="1162598"/>
            <a:ext cx="1686600" cy="646331"/>
          </a:xfrm>
          <a:prstGeom prst="rect">
            <a:avLst/>
          </a:prstGeom>
          <a:noFill/>
        </p:spPr>
        <p:txBody>
          <a:bodyPr wrap="square">
            <a:spAutoFit/>
          </a:bodyPr>
          <a:lstStyle/>
          <a:p>
            <a:r>
              <a:rPr lang="en-US" altLang="ja-JP" dirty="0"/>
              <a:t>2014</a:t>
            </a:r>
            <a:r>
              <a:rPr lang="ja-JP" altLang="en-US" dirty="0"/>
              <a:t>年</a:t>
            </a:r>
            <a:r>
              <a:rPr lang="en-US" altLang="ja-JP" dirty="0"/>
              <a:t>5</a:t>
            </a:r>
            <a:r>
              <a:rPr lang="ja-JP" altLang="en-US" dirty="0"/>
              <a:t>月～</a:t>
            </a:r>
          </a:p>
          <a:p>
            <a:r>
              <a:rPr lang="en-US" altLang="ja-JP" dirty="0"/>
              <a:t>2015</a:t>
            </a:r>
            <a:r>
              <a:rPr lang="ja-JP" altLang="en-US" dirty="0"/>
              <a:t>年</a:t>
            </a:r>
            <a:r>
              <a:rPr lang="en-US" altLang="ja-JP" dirty="0"/>
              <a:t>2</a:t>
            </a:r>
            <a:r>
              <a:rPr lang="ja-JP" altLang="en-US" dirty="0"/>
              <a:t>月</a:t>
            </a:r>
            <a:endParaRPr lang="en-US" dirty="0"/>
          </a:p>
        </p:txBody>
      </p:sp>
      <p:sp>
        <p:nvSpPr>
          <p:cNvPr id="20" name="TextBox 19">
            <a:extLst>
              <a:ext uri="{FF2B5EF4-FFF2-40B4-BE49-F238E27FC236}">
                <a16:creationId xmlns:a16="http://schemas.microsoft.com/office/drawing/2014/main" id="{742784F4-F163-DAE3-AAB3-48F702803E5E}"/>
              </a:ext>
            </a:extLst>
          </p:cNvPr>
          <p:cNvSpPr txBox="1"/>
          <p:nvPr/>
        </p:nvSpPr>
        <p:spPr>
          <a:xfrm>
            <a:off x="1256684" y="4515719"/>
            <a:ext cx="2746323" cy="369332"/>
          </a:xfrm>
          <a:prstGeom prst="rect">
            <a:avLst/>
          </a:prstGeom>
          <a:noFill/>
        </p:spPr>
        <p:txBody>
          <a:bodyPr wrap="square">
            <a:spAutoFit/>
          </a:bodyPr>
          <a:lstStyle/>
          <a:p>
            <a:r>
              <a:rPr lang="en-US" altLang="ja-JP" dirty="0"/>
              <a:t>2019</a:t>
            </a:r>
            <a:r>
              <a:rPr lang="ja-JP" altLang="en-US" dirty="0"/>
              <a:t>年</a:t>
            </a:r>
            <a:r>
              <a:rPr lang="en-US" altLang="ja-JP" dirty="0"/>
              <a:t>10</a:t>
            </a:r>
            <a:r>
              <a:rPr lang="ja-JP" altLang="en-US" dirty="0"/>
              <a:t>月～</a:t>
            </a:r>
            <a:r>
              <a:rPr lang="en-US" altLang="ja-JP" dirty="0"/>
              <a:t>2020</a:t>
            </a:r>
            <a:r>
              <a:rPr lang="ja-JP" altLang="en-US" dirty="0"/>
              <a:t>年</a:t>
            </a:r>
            <a:r>
              <a:rPr lang="en-US" altLang="ja-JP" dirty="0"/>
              <a:t>1</a:t>
            </a:r>
            <a:r>
              <a:rPr lang="ja-JP" altLang="en-US" dirty="0"/>
              <a:t>月 </a:t>
            </a:r>
          </a:p>
        </p:txBody>
      </p:sp>
      <p:sp>
        <p:nvSpPr>
          <p:cNvPr id="21" name="TextBox 20">
            <a:extLst>
              <a:ext uri="{FF2B5EF4-FFF2-40B4-BE49-F238E27FC236}">
                <a16:creationId xmlns:a16="http://schemas.microsoft.com/office/drawing/2014/main" id="{8F89A147-BA31-60A5-BFC9-A5AC86739F96}"/>
              </a:ext>
            </a:extLst>
          </p:cNvPr>
          <p:cNvSpPr txBox="1"/>
          <p:nvPr/>
        </p:nvSpPr>
        <p:spPr>
          <a:xfrm>
            <a:off x="6193458" y="2313306"/>
            <a:ext cx="1686600" cy="646331"/>
          </a:xfrm>
          <a:prstGeom prst="rect">
            <a:avLst/>
          </a:prstGeom>
          <a:noFill/>
        </p:spPr>
        <p:txBody>
          <a:bodyPr wrap="square">
            <a:spAutoFit/>
          </a:bodyPr>
          <a:lstStyle/>
          <a:p>
            <a:r>
              <a:rPr lang="en-US" altLang="ja-JP" dirty="0"/>
              <a:t>2018</a:t>
            </a:r>
            <a:r>
              <a:rPr lang="ja-JP" altLang="en-US" dirty="0"/>
              <a:t>年</a:t>
            </a:r>
            <a:r>
              <a:rPr lang="en-US" altLang="ja-JP" dirty="0"/>
              <a:t>9</a:t>
            </a:r>
            <a:r>
              <a:rPr lang="ja-JP" altLang="en-US" dirty="0"/>
              <a:t>月～ </a:t>
            </a:r>
          </a:p>
          <a:p>
            <a:r>
              <a:rPr lang="en-US" altLang="ja-JP" dirty="0"/>
              <a:t>2019</a:t>
            </a:r>
            <a:r>
              <a:rPr lang="ja-JP" altLang="en-US" dirty="0"/>
              <a:t>年</a:t>
            </a:r>
            <a:r>
              <a:rPr lang="en-US" altLang="ja-JP" dirty="0"/>
              <a:t>7</a:t>
            </a:r>
            <a:r>
              <a:rPr lang="ja-JP" altLang="en-US" dirty="0"/>
              <a:t>月</a:t>
            </a:r>
          </a:p>
        </p:txBody>
      </p:sp>
      <p:sp>
        <p:nvSpPr>
          <p:cNvPr id="22" name="TextBox 21">
            <a:extLst>
              <a:ext uri="{FF2B5EF4-FFF2-40B4-BE49-F238E27FC236}">
                <a16:creationId xmlns:a16="http://schemas.microsoft.com/office/drawing/2014/main" id="{952A42BF-6797-2994-13CD-465042DCBA8D}"/>
              </a:ext>
            </a:extLst>
          </p:cNvPr>
          <p:cNvSpPr txBox="1"/>
          <p:nvPr/>
        </p:nvSpPr>
        <p:spPr>
          <a:xfrm>
            <a:off x="10305029" y="4422483"/>
            <a:ext cx="1686600" cy="646331"/>
          </a:xfrm>
          <a:prstGeom prst="rect">
            <a:avLst/>
          </a:prstGeom>
          <a:noFill/>
        </p:spPr>
        <p:txBody>
          <a:bodyPr wrap="square">
            <a:spAutoFit/>
          </a:bodyPr>
          <a:lstStyle/>
          <a:p>
            <a:r>
              <a:rPr lang="en-US" altLang="ja-JP" dirty="0"/>
              <a:t>2017</a:t>
            </a:r>
            <a:r>
              <a:rPr lang="ja-JP" altLang="en-US" dirty="0"/>
              <a:t>年</a:t>
            </a:r>
            <a:r>
              <a:rPr lang="en-US" altLang="ja-JP" dirty="0"/>
              <a:t>3</a:t>
            </a:r>
            <a:r>
              <a:rPr lang="ja-JP" altLang="en-US" dirty="0"/>
              <a:t>月～ </a:t>
            </a:r>
          </a:p>
          <a:p>
            <a:r>
              <a:rPr lang="en-US" altLang="ja-JP" dirty="0"/>
              <a:t>2017</a:t>
            </a:r>
            <a:r>
              <a:rPr lang="ja-JP" altLang="en-US" dirty="0"/>
              <a:t>年</a:t>
            </a:r>
            <a:r>
              <a:rPr lang="en-US" altLang="ja-JP" dirty="0"/>
              <a:t>5</a:t>
            </a:r>
            <a:r>
              <a:rPr lang="ja-JP" altLang="en-US" dirty="0"/>
              <a:t>月</a:t>
            </a:r>
          </a:p>
        </p:txBody>
      </p:sp>
    </p:spTree>
    <p:extLst>
      <p:ext uri="{BB962C8B-B14F-4D97-AF65-F5344CB8AC3E}">
        <p14:creationId xmlns:p14="http://schemas.microsoft.com/office/powerpoint/2010/main" val="41529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D4AF75-17CC-6361-472F-02353DF043A8}"/>
              </a:ext>
            </a:extLst>
          </p:cNvPr>
          <p:cNvSpPr>
            <a:spLocks noGrp="1"/>
          </p:cNvSpPr>
          <p:nvPr>
            <p:ph idx="1"/>
          </p:nvPr>
        </p:nvSpPr>
        <p:spPr/>
        <p:txBody>
          <a:bodyPr/>
          <a:lstStyle/>
          <a:p>
            <a:r>
              <a:rPr lang="ja-JP" altLang="en-US" sz="2000" b="1" dirty="0"/>
              <a:t>デモ ビデオ</a:t>
            </a:r>
            <a:r>
              <a:rPr lang="en-US" altLang="ja-JP" sz="2000" b="1" dirty="0"/>
              <a:t>: </a:t>
            </a:r>
            <a:r>
              <a:rPr lang="en-US" altLang="ja-JP" sz="2000" dirty="0"/>
              <a:t>PC </a:t>
            </a:r>
            <a:r>
              <a:rPr lang="ja-JP" altLang="en-US" sz="2000" dirty="0"/>
              <a:t>コンピュータ上で </a:t>
            </a:r>
            <a:r>
              <a:rPr lang="en-US" altLang="ja-JP" sz="2000" dirty="0"/>
              <a:t>C</a:t>
            </a:r>
            <a:r>
              <a:rPr lang="ja-JP" altLang="en-US" sz="2000" dirty="0"/>
              <a:t>言語と</a:t>
            </a:r>
            <a:r>
              <a:rPr lang="en-US" altLang="ja-JP" sz="2000" dirty="0"/>
              <a:t>OpenGL </a:t>
            </a:r>
            <a:r>
              <a:rPr lang="ja-JP" altLang="en-US" sz="2000" dirty="0"/>
              <a:t>を使用して、右</a:t>
            </a:r>
            <a:r>
              <a:rPr lang="en-US" altLang="ja-JP" sz="2000" dirty="0"/>
              <a:t> </a:t>
            </a:r>
            <a:r>
              <a:rPr lang="en-US" altLang="ja-JP" sz="2000" dirty="0" err="1"/>
              <a:t>JoyCon</a:t>
            </a:r>
            <a:r>
              <a:rPr lang="en-US" altLang="ja-JP" sz="2000" dirty="0"/>
              <a:t> </a:t>
            </a:r>
            <a:r>
              <a:rPr lang="ja-JP" altLang="en-US" sz="2000" dirty="0"/>
              <a:t>開発者用基板のモーション </a:t>
            </a:r>
            <a:r>
              <a:rPr lang="en-US" altLang="ja-JP" sz="2000" dirty="0"/>
              <a:t>IR </a:t>
            </a:r>
            <a:r>
              <a:rPr lang="ja-JP" altLang="en-US" sz="2000" dirty="0"/>
              <a:t>カメラからのデータを可視化。</a:t>
            </a:r>
            <a:endParaRPr lang="en-US" altLang="ja-JP" sz="2000" dirty="0"/>
          </a:p>
          <a:p>
            <a:r>
              <a:rPr lang="ja-JP" altLang="en-US" sz="2000" dirty="0"/>
              <a:t>開発用基板には</a:t>
            </a:r>
            <a:r>
              <a:rPr lang="en-US" altLang="ja-JP" sz="2000" dirty="0"/>
              <a:t>2</a:t>
            </a:r>
            <a:r>
              <a:rPr lang="ja-JP" altLang="en-US" sz="2000" dirty="0"/>
              <a:t>つのモード：開発者モードとコンソールモード</a:t>
            </a:r>
            <a:br>
              <a:rPr lang="en-US" sz="2000" dirty="0"/>
            </a:br>
            <a:endParaRPr lang="en-US" sz="2000" dirty="0"/>
          </a:p>
        </p:txBody>
      </p:sp>
      <p:sp>
        <p:nvSpPr>
          <p:cNvPr id="2" name="Title 1">
            <a:extLst>
              <a:ext uri="{FF2B5EF4-FFF2-40B4-BE49-F238E27FC236}">
                <a16:creationId xmlns:a16="http://schemas.microsoft.com/office/drawing/2014/main" id="{69AFDAE7-2678-0B62-C7FD-E36C3F8A031D}"/>
              </a:ext>
            </a:extLst>
          </p:cNvPr>
          <p:cNvSpPr>
            <a:spLocks noGrp="1"/>
          </p:cNvSpPr>
          <p:nvPr>
            <p:ph type="title"/>
          </p:nvPr>
        </p:nvSpPr>
        <p:spPr/>
        <p:txBody>
          <a:bodyPr/>
          <a:lstStyle/>
          <a:p>
            <a:r>
              <a:rPr lang="en-US" altLang="ja-JP" dirty="0"/>
              <a:t>FW</a:t>
            </a:r>
            <a:r>
              <a:rPr lang="ja-JP" altLang="en-US" dirty="0"/>
              <a:t>評価ツールのデモビデオ</a:t>
            </a:r>
            <a:endParaRPr lang="en-US" dirty="0"/>
          </a:p>
        </p:txBody>
      </p:sp>
      <p:sp>
        <p:nvSpPr>
          <p:cNvPr id="4" name="TextBox 3">
            <a:extLst>
              <a:ext uri="{FF2B5EF4-FFF2-40B4-BE49-F238E27FC236}">
                <a16:creationId xmlns:a16="http://schemas.microsoft.com/office/drawing/2014/main" id="{31388F2A-463F-839D-EFA8-59F39298DA6B}"/>
              </a:ext>
            </a:extLst>
          </p:cNvPr>
          <p:cNvSpPr txBox="1"/>
          <p:nvPr/>
        </p:nvSpPr>
        <p:spPr>
          <a:xfrm>
            <a:off x="439724" y="3814644"/>
            <a:ext cx="1938351"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l"/>
            <a:r>
              <a:rPr lang="ja-JP" altLang="en-US" dirty="0"/>
              <a:t>モーション</a:t>
            </a:r>
            <a:r>
              <a:rPr lang="en-US" altLang="ja-JP" dirty="0"/>
              <a:t>IR</a:t>
            </a:r>
            <a:r>
              <a:rPr lang="ja-JP" altLang="en-US" dirty="0"/>
              <a:t>カメラ</a:t>
            </a:r>
            <a:endParaRPr lang="en-US" dirty="0"/>
          </a:p>
        </p:txBody>
      </p:sp>
      <p:sp>
        <p:nvSpPr>
          <p:cNvPr id="5" name="TextBox 4">
            <a:extLst>
              <a:ext uri="{FF2B5EF4-FFF2-40B4-BE49-F238E27FC236}">
                <a16:creationId xmlns:a16="http://schemas.microsoft.com/office/drawing/2014/main" id="{5187B978-9150-3F96-CEEA-DFFA9762CD8A}"/>
              </a:ext>
            </a:extLst>
          </p:cNvPr>
          <p:cNvSpPr txBox="1"/>
          <p:nvPr/>
        </p:nvSpPr>
        <p:spPr>
          <a:xfrm>
            <a:off x="3669553" y="3814644"/>
            <a:ext cx="928459"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l"/>
            <a:r>
              <a:rPr lang="en-US" dirty="0"/>
              <a:t>STM32</a:t>
            </a:r>
          </a:p>
        </p:txBody>
      </p:sp>
      <p:sp>
        <p:nvSpPr>
          <p:cNvPr id="6" name="TextBox 5">
            <a:extLst>
              <a:ext uri="{FF2B5EF4-FFF2-40B4-BE49-F238E27FC236}">
                <a16:creationId xmlns:a16="http://schemas.microsoft.com/office/drawing/2014/main" id="{44B810C1-CEAF-C998-735A-D29705AE4E5C}"/>
              </a:ext>
            </a:extLst>
          </p:cNvPr>
          <p:cNvSpPr txBox="1"/>
          <p:nvPr/>
        </p:nvSpPr>
        <p:spPr>
          <a:xfrm>
            <a:off x="5822164" y="3814644"/>
            <a:ext cx="1877437"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l"/>
            <a:r>
              <a:rPr lang="en-US" dirty="0"/>
              <a:t>Adafruit FT232H</a:t>
            </a:r>
          </a:p>
        </p:txBody>
      </p:sp>
      <p:sp>
        <p:nvSpPr>
          <p:cNvPr id="7" name="TextBox 6">
            <a:extLst>
              <a:ext uri="{FF2B5EF4-FFF2-40B4-BE49-F238E27FC236}">
                <a16:creationId xmlns:a16="http://schemas.microsoft.com/office/drawing/2014/main" id="{9B1E1B08-CD79-08FE-AD2D-0F74E579C6AF}"/>
              </a:ext>
            </a:extLst>
          </p:cNvPr>
          <p:cNvSpPr txBox="1"/>
          <p:nvPr/>
        </p:nvSpPr>
        <p:spPr>
          <a:xfrm>
            <a:off x="8923753" y="3814644"/>
            <a:ext cx="505267"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l"/>
            <a:r>
              <a:rPr lang="en-US" dirty="0"/>
              <a:t>PC</a:t>
            </a:r>
          </a:p>
        </p:txBody>
      </p:sp>
      <p:cxnSp>
        <p:nvCxnSpPr>
          <p:cNvPr id="9" name="Straight Arrow Connector 8">
            <a:extLst>
              <a:ext uri="{FF2B5EF4-FFF2-40B4-BE49-F238E27FC236}">
                <a16:creationId xmlns:a16="http://schemas.microsoft.com/office/drawing/2014/main" id="{28D066C4-AAD6-76BE-1E56-43CA09193761}"/>
              </a:ext>
            </a:extLst>
          </p:cNvPr>
          <p:cNvCxnSpPr>
            <a:cxnSpLocks/>
          </p:cNvCxnSpPr>
          <p:nvPr/>
        </p:nvCxnSpPr>
        <p:spPr>
          <a:xfrm>
            <a:off x="2445401" y="3999310"/>
            <a:ext cx="1224152" cy="0"/>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C249164-4C01-09B7-43D0-CBE1C54C300F}"/>
              </a:ext>
            </a:extLst>
          </p:cNvPr>
          <p:cNvCxnSpPr>
            <a:stCxn id="5" idx="3"/>
            <a:endCxn id="6" idx="1"/>
          </p:cNvCxnSpPr>
          <p:nvPr/>
        </p:nvCxnSpPr>
        <p:spPr>
          <a:xfrm>
            <a:off x="4598012" y="3999310"/>
            <a:ext cx="1224152" cy="0"/>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A5770A3-BB54-B334-2D12-F6198143F77E}"/>
              </a:ext>
            </a:extLst>
          </p:cNvPr>
          <p:cNvCxnSpPr>
            <a:stCxn id="6" idx="3"/>
            <a:endCxn id="7" idx="1"/>
          </p:cNvCxnSpPr>
          <p:nvPr/>
        </p:nvCxnSpPr>
        <p:spPr>
          <a:xfrm>
            <a:off x="7699601" y="3999310"/>
            <a:ext cx="1224152" cy="0"/>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5385FB4-14CD-BB0A-7857-51A1A24FF528}"/>
              </a:ext>
            </a:extLst>
          </p:cNvPr>
          <p:cNvSpPr txBox="1"/>
          <p:nvPr/>
        </p:nvSpPr>
        <p:spPr>
          <a:xfrm>
            <a:off x="5822164" y="4694823"/>
            <a:ext cx="1338828"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l"/>
            <a:r>
              <a:rPr lang="en-US" dirty="0"/>
              <a:t>BCM20734</a:t>
            </a:r>
          </a:p>
        </p:txBody>
      </p:sp>
      <p:sp>
        <p:nvSpPr>
          <p:cNvPr id="17" name="TextBox 16">
            <a:extLst>
              <a:ext uri="{FF2B5EF4-FFF2-40B4-BE49-F238E27FC236}">
                <a16:creationId xmlns:a16="http://schemas.microsoft.com/office/drawing/2014/main" id="{EC7B7802-E9CF-C6EC-AD78-322D7DE15DA5}"/>
              </a:ext>
            </a:extLst>
          </p:cNvPr>
          <p:cNvSpPr txBox="1"/>
          <p:nvPr/>
        </p:nvSpPr>
        <p:spPr>
          <a:xfrm>
            <a:off x="8923753" y="4694823"/>
            <a:ext cx="2313454"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l"/>
            <a:r>
              <a:rPr lang="en-US" dirty="0"/>
              <a:t>Nintendo Switch</a:t>
            </a:r>
            <a:r>
              <a:rPr lang="ja-JP" altLang="en-US" dirty="0"/>
              <a:t>本体</a:t>
            </a:r>
            <a:endParaRPr lang="en-US" dirty="0"/>
          </a:p>
        </p:txBody>
      </p:sp>
      <p:cxnSp>
        <p:nvCxnSpPr>
          <p:cNvPr id="19" name="Straight Arrow Connector 18">
            <a:extLst>
              <a:ext uri="{FF2B5EF4-FFF2-40B4-BE49-F238E27FC236}">
                <a16:creationId xmlns:a16="http://schemas.microsoft.com/office/drawing/2014/main" id="{65BB589D-32D5-281B-CC1D-DEF2608543FC}"/>
              </a:ext>
            </a:extLst>
          </p:cNvPr>
          <p:cNvCxnSpPr>
            <a:stCxn id="16" idx="3"/>
            <a:endCxn id="17" idx="1"/>
          </p:cNvCxnSpPr>
          <p:nvPr/>
        </p:nvCxnSpPr>
        <p:spPr>
          <a:xfrm>
            <a:off x="7160992" y="4879489"/>
            <a:ext cx="1762761" cy="0"/>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9E64D56-B8F3-1A69-2613-CE363759E1B0}"/>
              </a:ext>
            </a:extLst>
          </p:cNvPr>
          <p:cNvSpPr txBox="1"/>
          <p:nvPr/>
        </p:nvSpPr>
        <p:spPr>
          <a:xfrm>
            <a:off x="2820072" y="3845421"/>
            <a:ext cx="474810" cy="307777"/>
          </a:xfrm>
          <a:prstGeom prst="rect">
            <a:avLst/>
          </a:prstGeom>
          <a:solidFill>
            <a:schemeClr val="bg1"/>
          </a:solidFill>
        </p:spPr>
        <p:txBody>
          <a:bodyPr wrap="none" rtlCol="0">
            <a:spAutoFit/>
          </a:bodyPr>
          <a:lstStyle/>
          <a:p>
            <a:pPr algn="l"/>
            <a:r>
              <a:rPr lang="en-US" sz="1400" dirty="0"/>
              <a:t>SPI</a:t>
            </a:r>
          </a:p>
        </p:txBody>
      </p:sp>
      <p:sp>
        <p:nvSpPr>
          <p:cNvPr id="21" name="TextBox 20">
            <a:extLst>
              <a:ext uri="{FF2B5EF4-FFF2-40B4-BE49-F238E27FC236}">
                <a16:creationId xmlns:a16="http://schemas.microsoft.com/office/drawing/2014/main" id="{8A6425D1-0818-2118-0E4B-C79842A6EB76}"/>
              </a:ext>
            </a:extLst>
          </p:cNvPr>
          <p:cNvSpPr txBox="1"/>
          <p:nvPr/>
        </p:nvSpPr>
        <p:spPr>
          <a:xfrm>
            <a:off x="4972683" y="3833054"/>
            <a:ext cx="474810" cy="307777"/>
          </a:xfrm>
          <a:prstGeom prst="rect">
            <a:avLst/>
          </a:prstGeom>
          <a:solidFill>
            <a:schemeClr val="bg1"/>
          </a:solidFill>
        </p:spPr>
        <p:txBody>
          <a:bodyPr wrap="none" rtlCol="0">
            <a:spAutoFit/>
          </a:bodyPr>
          <a:lstStyle/>
          <a:p>
            <a:pPr algn="l"/>
            <a:r>
              <a:rPr lang="en-US" sz="1400" dirty="0"/>
              <a:t>SPI</a:t>
            </a:r>
          </a:p>
        </p:txBody>
      </p:sp>
      <p:sp>
        <p:nvSpPr>
          <p:cNvPr id="22" name="TextBox 21">
            <a:extLst>
              <a:ext uri="{FF2B5EF4-FFF2-40B4-BE49-F238E27FC236}">
                <a16:creationId xmlns:a16="http://schemas.microsoft.com/office/drawing/2014/main" id="{2A1628D1-D4EB-9415-2151-1DA28C9ABDE0}"/>
              </a:ext>
            </a:extLst>
          </p:cNvPr>
          <p:cNvSpPr txBox="1"/>
          <p:nvPr/>
        </p:nvSpPr>
        <p:spPr>
          <a:xfrm>
            <a:off x="8034197" y="3845420"/>
            <a:ext cx="554960" cy="307777"/>
          </a:xfrm>
          <a:prstGeom prst="rect">
            <a:avLst/>
          </a:prstGeom>
          <a:solidFill>
            <a:schemeClr val="bg1"/>
          </a:solidFill>
        </p:spPr>
        <p:txBody>
          <a:bodyPr wrap="none" rtlCol="0">
            <a:spAutoFit/>
          </a:bodyPr>
          <a:lstStyle/>
          <a:p>
            <a:pPr algn="l"/>
            <a:r>
              <a:rPr lang="en-US" sz="1400" dirty="0"/>
              <a:t>USB</a:t>
            </a:r>
          </a:p>
        </p:txBody>
      </p:sp>
      <p:sp>
        <p:nvSpPr>
          <p:cNvPr id="23" name="TextBox 22">
            <a:extLst>
              <a:ext uri="{FF2B5EF4-FFF2-40B4-BE49-F238E27FC236}">
                <a16:creationId xmlns:a16="http://schemas.microsoft.com/office/drawing/2014/main" id="{D7E737D0-22F2-CA73-D513-2E7E2EEF0693}"/>
              </a:ext>
            </a:extLst>
          </p:cNvPr>
          <p:cNvSpPr txBox="1"/>
          <p:nvPr/>
        </p:nvSpPr>
        <p:spPr>
          <a:xfrm>
            <a:off x="7592600" y="4725600"/>
            <a:ext cx="941283" cy="307777"/>
          </a:xfrm>
          <a:prstGeom prst="rect">
            <a:avLst/>
          </a:prstGeom>
          <a:solidFill>
            <a:schemeClr val="bg1"/>
          </a:solidFill>
        </p:spPr>
        <p:txBody>
          <a:bodyPr wrap="none" rtlCol="0">
            <a:spAutoFit/>
          </a:bodyPr>
          <a:lstStyle/>
          <a:p>
            <a:pPr algn="l"/>
            <a:r>
              <a:rPr lang="en-US" sz="1400" dirty="0"/>
              <a:t>Bluetooth</a:t>
            </a:r>
          </a:p>
        </p:txBody>
      </p:sp>
      <p:cxnSp>
        <p:nvCxnSpPr>
          <p:cNvPr id="24" name="Straight Arrow Connector 23">
            <a:extLst>
              <a:ext uri="{FF2B5EF4-FFF2-40B4-BE49-F238E27FC236}">
                <a16:creationId xmlns:a16="http://schemas.microsoft.com/office/drawing/2014/main" id="{429703FB-B788-E63C-7C9E-DBAD16A9C700}"/>
              </a:ext>
            </a:extLst>
          </p:cNvPr>
          <p:cNvCxnSpPr>
            <a:cxnSpLocks/>
          </p:cNvCxnSpPr>
          <p:nvPr/>
        </p:nvCxnSpPr>
        <p:spPr>
          <a:xfrm>
            <a:off x="4769521" y="4888479"/>
            <a:ext cx="1042905" cy="0"/>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C6084C3-5307-7CEA-EA0B-CE20D241CEB6}"/>
              </a:ext>
            </a:extLst>
          </p:cNvPr>
          <p:cNvSpPr txBox="1"/>
          <p:nvPr/>
        </p:nvSpPr>
        <p:spPr>
          <a:xfrm>
            <a:off x="4962945" y="4722223"/>
            <a:ext cx="474810" cy="307777"/>
          </a:xfrm>
          <a:prstGeom prst="rect">
            <a:avLst/>
          </a:prstGeom>
          <a:solidFill>
            <a:schemeClr val="bg1"/>
          </a:solidFill>
        </p:spPr>
        <p:txBody>
          <a:bodyPr wrap="none" rtlCol="0">
            <a:spAutoFit/>
          </a:bodyPr>
          <a:lstStyle/>
          <a:p>
            <a:pPr algn="l"/>
            <a:r>
              <a:rPr lang="en-US" sz="1400" dirty="0"/>
              <a:t>SPI</a:t>
            </a:r>
          </a:p>
        </p:txBody>
      </p:sp>
      <p:cxnSp>
        <p:nvCxnSpPr>
          <p:cNvPr id="29" name="Straight Connector 28">
            <a:extLst>
              <a:ext uri="{FF2B5EF4-FFF2-40B4-BE49-F238E27FC236}">
                <a16:creationId xmlns:a16="http://schemas.microsoft.com/office/drawing/2014/main" id="{305767A1-77CE-E4CC-3664-BFBE5BBD128A}"/>
              </a:ext>
            </a:extLst>
          </p:cNvPr>
          <p:cNvCxnSpPr/>
          <p:nvPr/>
        </p:nvCxnSpPr>
        <p:spPr>
          <a:xfrm>
            <a:off x="4769521" y="3999310"/>
            <a:ext cx="0" cy="889169"/>
          </a:xfrm>
          <a:prstGeom prst="line">
            <a:avLst/>
          </a:prstGeom>
          <a:ln w="22225">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DF3D381D-FCE0-A93E-E0F6-FADEBAD252F6}"/>
              </a:ext>
            </a:extLst>
          </p:cNvPr>
          <p:cNvSpPr/>
          <p:nvPr/>
        </p:nvSpPr>
        <p:spPr>
          <a:xfrm>
            <a:off x="306848" y="3652136"/>
            <a:ext cx="9325925" cy="692899"/>
          </a:xfrm>
          <a:prstGeom prst="rect">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dirty="0" err="1"/>
          </a:p>
        </p:txBody>
      </p:sp>
      <p:pic>
        <p:nvPicPr>
          <p:cNvPr id="10" name="Picture 9" descr="A screenshot of a computer&#10;&#10;AI-generated content may be incorrect.">
            <a:hlinkClick r:id="rId2" action="ppaction://hlinkfile"/>
            <a:extLst>
              <a:ext uri="{FF2B5EF4-FFF2-40B4-BE49-F238E27FC236}">
                <a16:creationId xmlns:a16="http://schemas.microsoft.com/office/drawing/2014/main" id="{DDFD2EDD-21D5-D13D-6457-966685486F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7829" y="4567626"/>
            <a:ext cx="3367405" cy="1894165"/>
          </a:xfrm>
          <a:prstGeom prst="rect">
            <a:avLst/>
          </a:prstGeom>
        </p:spPr>
      </p:pic>
      <p:sp>
        <p:nvSpPr>
          <p:cNvPr id="8" name="TextBox 7">
            <a:extLst>
              <a:ext uri="{FF2B5EF4-FFF2-40B4-BE49-F238E27FC236}">
                <a16:creationId xmlns:a16="http://schemas.microsoft.com/office/drawing/2014/main" id="{C134E864-B517-4481-3093-29086640A288}"/>
              </a:ext>
            </a:extLst>
          </p:cNvPr>
          <p:cNvSpPr txBox="1"/>
          <p:nvPr/>
        </p:nvSpPr>
        <p:spPr>
          <a:xfrm>
            <a:off x="3392124" y="2640347"/>
            <a:ext cx="1556836" cy="923330"/>
          </a:xfrm>
          <a:prstGeom prst="rect">
            <a:avLst/>
          </a:prstGeom>
          <a:noFill/>
        </p:spPr>
        <p:txBody>
          <a:bodyPr wrap="none" rtlCol="0">
            <a:spAutoFit/>
          </a:bodyPr>
          <a:lstStyle/>
          <a:p>
            <a:pPr algn="l"/>
            <a:r>
              <a:rPr lang="ja-JP" altLang="en-US" dirty="0"/>
              <a:t>テスト対象の</a:t>
            </a:r>
            <a:endParaRPr lang="en-US" altLang="ja-JP" dirty="0"/>
          </a:p>
          <a:p>
            <a:pPr algn="l"/>
            <a:r>
              <a:rPr lang="ja-JP" altLang="en-US" dirty="0"/>
              <a:t>マイコン</a:t>
            </a:r>
            <a:r>
              <a:rPr lang="en-US" altLang="ja-JP" dirty="0"/>
              <a:t>FW</a:t>
            </a:r>
            <a:r>
              <a:rPr lang="ja-JP" altLang="en-US" dirty="0"/>
              <a:t>は</a:t>
            </a:r>
            <a:endParaRPr lang="en-US" altLang="ja-JP" dirty="0"/>
          </a:p>
          <a:p>
            <a:pPr algn="l"/>
            <a:r>
              <a:rPr lang="ja-JP" altLang="en-US" dirty="0"/>
              <a:t>ここで動作</a:t>
            </a:r>
            <a:endParaRPr lang="en-US" dirty="0"/>
          </a:p>
        </p:txBody>
      </p:sp>
      <p:sp>
        <p:nvSpPr>
          <p:cNvPr id="11" name="TextBox 10">
            <a:extLst>
              <a:ext uri="{FF2B5EF4-FFF2-40B4-BE49-F238E27FC236}">
                <a16:creationId xmlns:a16="http://schemas.microsoft.com/office/drawing/2014/main" id="{E5C98474-404E-58EF-6DDD-5F9855CB9AC3}"/>
              </a:ext>
            </a:extLst>
          </p:cNvPr>
          <p:cNvSpPr txBox="1"/>
          <p:nvPr/>
        </p:nvSpPr>
        <p:spPr>
          <a:xfrm>
            <a:off x="7733684" y="2659810"/>
            <a:ext cx="4158278" cy="923330"/>
          </a:xfrm>
          <a:prstGeom prst="rect">
            <a:avLst/>
          </a:prstGeom>
          <a:noFill/>
        </p:spPr>
        <p:txBody>
          <a:bodyPr wrap="square" rtlCol="0">
            <a:spAutoFit/>
          </a:bodyPr>
          <a:lstStyle/>
          <a:p>
            <a:pPr algn="l"/>
            <a:r>
              <a:rPr lang="ja-JP" altLang="en-US" dirty="0"/>
              <a:t>デモビデオで紹介しているソフトウェアは、</a:t>
            </a:r>
            <a:r>
              <a:rPr lang="en-US" altLang="ja-JP" dirty="0"/>
              <a:t>PC</a:t>
            </a:r>
            <a:r>
              <a:rPr lang="ja-JP" altLang="en-US" dirty="0"/>
              <a:t>上で動作。モーション</a:t>
            </a:r>
            <a:r>
              <a:rPr lang="en-US" altLang="ja-JP" dirty="0"/>
              <a:t>IR</a:t>
            </a:r>
            <a:r>
              <a:rPr lang="ja-JP" altLang="en-US" dirty="0"/>
              <a:t>カメラセンサのデータを可視化。</a:t>
            </a:r>
            <a:endParaRPr lang="en-US" dirty="0"/>
          </a:p>
        </p:txBody>
      </p:sp>
      <p:sp>
        <p:nvSpPr>
          <p:cNvPr id="15" name="TextBox 14">
            <a:extLst>
              <a:ext uri="{FF2B5EF4-FFF2-40B4-BE49-F238E27FC236}">
                <a16:creationId xmlns:a16="http://schemas.microsoft.com/office/drawing/2014/main" id="{E5FF5B27-0494-A15B-C2FA-DD654DC2FE20}"/>
              </a:ext>
            </a:extLst>
          </p:cNvPr>
          <p:cNvSpPr txBox="1"/>
          <p:nvPr/>
        </p:nvSpPr>
        <p:spPr>
          <a:xfrm>
            <a:off x="1197986" y="6461791"/>
            <a:ext cx="3556548" cy="369332"/>
          </a:xfrm>
          <a:prstGeom prst="rect">
            <a:avLst/>
          </a:prstGeom>
          <a:noFill/>
        </p:spPr>
        <p:txBody>
          <a:bodyPr wrap="square">
            <a:spAutoFit/>
          </a:bodyPr>
          <a:lstStyle/>
          <a:p>
            <a:r>
              <a:rPr lang="en-US" dirty="0"/>
              <a:t>[Motion_IR_sensor_demo2.mp4]</a:t>
            </a:r>
          </a:p>
        </p:txBody>
      </p:sp>
      <p:sp>
        <p:nvSpPr>
          <p:cNvPr id="18" name="TextBox 17">
            <a:extLst>
              <a:ext uri="{FF2B5EF4-FFF2-40B4-BE49-F238E27FC236}">
                <a16:creationId xmlns:a16="http://schemas.microsoft.com/office/drawing/2014/main" id="{E672F571-503A-2261-45AB-0951A34804EF}"/>
              </a:ext>
            </a:extLst>
          </p:cNvPr>
          <p:cNvSpPr txBox="1"/>
          <p:nvPr/>
        </p:nvSpPr>
        <p:spPr>
          <a:xfrm>
            <a:off x="9666634" y="3652136"/>
            <a:ext cx="1468672" cy="369332"/>
          </a:xfrm>
          <a:prstGeom prst="rect">
            <a:avLst/>
          </a:prstGeom>
          <a:noFill/>
        </p:spPr>
        <p:txBody>
          <a:bodyPr wrap="none" rtlCol="0">
            <a:spAutoFit/>
          </a:bodyPr>
          <a:lstStyle/>
          <a:p>
            <a:pPr algn="l"/>
            <a:r>
              <a:rPr lang="ja-JP" altLang="en-US" dirty="0">
                <a:solidFill>
                  <a:schemeClr val="accent3"/>
                </a:solidFill>
              </a:rPr>
              <a:t>開発者モード</a:t>
            </a:r>
            <a:endParaRPr lang="en-US" dirty="0">
              <a:solidFill>
                <a:schemeClr val="accent3"/>
              </a:solidFill>
            </a:endParaRPr>
          </a:p>
        </p:txBody>
      </p:sp>
      <p:sp>
        <p:nvSpPr>
          <p:cNvPr id="26" name="Right Brace 25">
            <a:extLst>
              <a:ext uri="{FF2B5EF4-FFF2-40B4-BE49-F238E27FC236}">
                <a16:creationId xmlns:a16="http://schemas.microsoft.com/office/drawing/2014/main" id="{6AA776DA-7F3E-20BC-54D9-2F39127E57E1}"/>
              </a:ext>
            </a:extLst>
          </p:cNvPr>
          <p:cNvSpPr/>
          <p:nvPr/>
        </p:nvSpPr>
        <p:spPr>
          <a:xfrm rot="5400000">
            <a:off x="8102285" y="1885475"/>
            <a:ext cx="307772" cy="6973300"/>
          </a:xfrm>
          <a:prstGeom prst="rightBrace">
            <a:avLst/>
          </a:prstGeom>
          <a:ln w="22225">
            <a:headEnd type="non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A52576FC-0C18-59D8-FA07-4436F8145D05}"/>
              </a:ext>
            </a:extLst>
          </p:cNvPr>
          <p:cNvSpPr txBox="1"/>
          <p:nvPr/>
        </p:nvSpPr>
        <p:spPr>
          <a:xfrm>
            <a:off x="7350686" y="5512813"/>
            <a:ext cx="1816523" cy="369332"/>
          </a:xfrm>
          <a:prstGeom prst="rect">
            <a:avLst/>
          </a:prstGeom>
          <a:noFill/>
        </p:spPr>
        <p:txBody>
          <a:bodyPr wrap="none" rtlCol="0">
            <a:spAutoFit/>
          </a:bodyPr>
          <a:lstStyle/>
          <a:p>
            <a:pPr algn="l"/>
            <a:r>
              <a:rPr lang="ja-JP" altLang="en-US" dirty="0"/>
              <a:t>コンソールモード</a:t>
            </a:r>
            <a:endParaRPr lang="en-US" dirty="0"/>
          </a:p>
        </p:txBody>
      </p:sp>
    </p:spTree>
    <p:extLst>
      <p:ext uri="{BB962C8B-B14F-4D97-AF65-F5344CB8AC3E}">
        <p14:creationId xmlns:p14="http://schemas.microsoft.com/office/powerpoint/2010/main" val="3069954915"/>
      </p:ext>
    </p:extLst>
  </p:cSld>
  <p:clrMapOvr>
    <a:masterClrMapping/>
  </p:clrMapOvr>
</p:sld>
</file>

<file path=ppt/theme/theme1.xml><?xml version="1.0" encoding="utf-8"?>
<a:theme xmlns:a="http://schemas.openxmlformats.org/drawingml/2006/main" name="ST PowerPoint Template 16x9">
  <a:themeElements>
    <a:clrScheme name="ST2024">
      <a:dk1>
        <a:srgbClr val="03234B"/>
      </a:dk1>
      <a:lt1>
        <a:srgbClr val="FFFFFF"/>
      </a:lt1>
      <a:dk2>
        <a:srgbClr val="525A63"/>
      </a:dk2>
      <a:lt2>
        <a:srgbClr val="EEEFF1"/>
      </a:lt2>
      <a:accent1>
        <a:srgbClr val="03234B"/>
      </a:accent1>
      <a:accent2>
        <a:srgbClr val="E6007E"/>
      </a:accent2>
      <a:accent3>
        <a:srgbClr val="3CB4E6"/>
      </a:accent3>
      <a:accent4>
        <a:srgbClr val="FFD200"/>
      </a:accent4>
      <a:accent5>
        <a:srgbClr val="49B170"/>
      </a:accent5>
      <a:accent6>
        <a:srgbClr val="04572F"/>
      </a:accent6>
      <a:hlink>
        <a:srgbClr val="3CB4E6"/>
      </a:hlink>
      <a:folHlink>
        <a:srgbClr val="8191A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buClr>
            <a:schemeClr val="bg1"/>
          </a:buCl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2225">
          <a:headEnd type="none"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err="1" smtClean="0"/>
        </a:defPPr>
      </a:lstStyle>
    </a:txDef>
  </a:objectDefaults>
  <a:extraClrSchemeLst/>
  <a:extLst>
    <a:ext uri="{05A4C25C-085E-4340-85A3-A5531E510DB2}">
      <thm15:themeFamily xmlns:thm15="http://schemas.microsoft.com/office/thememl/2012/main" name="ST_Template [16-9].potx" id="{1D6C4797-0390-488F-934B-6361D727849A}" vid="{E0CC9EDB-CDC5-4C80-AA9A-B10AD2A9AA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f8c7287-838c-46dd-b281-b1140229e67a}" enabled="1" method="Privileged" siteId="{75e027c9-20d5-47d5-b82f-77d7cd041e8f}" removed="0"/>
</clbl:labelList>
</file>

<file path=docProps/app.xml><?xml version="1.0" encoding="utf-8"?>
<Properties xmlns="http://schemas.openxmlformats.org/officeDocument/2006/extended-properties" xmlns:vt="http://schemas.openxmlformats.org/officeDocument/2006/docPropsVTypes">
  <Template>blank</Template>
  <TotalTime>5658</TotalTime>
  <Words>673</Words>
  <Application>Microsoft Office PowerPoint</Application>
  <PresentationFormat>ワイド画面</PresentationFormat>
  <Paragraphs>94</Paragraphs>
  <Slides>5</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5</vt:i4>
      </vt:variant>
    </vt:vector>
  </HeadingPairs>
  <TitlesOfParts>
    <vt:vector size="8" baseType="lpstr">
      <vt:lpstr>Arial</vt:lpstr>
      <vt:lpstr>Calibri</vt:lpstr>
      <vt:lpstr>ST PowerPoint Template 16x9</vt:lpstr>
      <vt:lpstr>矢郷　洋一（やごう　ひろかず）　略歴</vt:lpstr>
      <vt:lpstr>ゲーム機、周辺機器向けファームウェア開発事例</vt:lpstr>
      <vt:lpstr>PowerPoint プレゼンテーション</vt:lpstr>
      <vt:lpstr>その他ファームウェア開発事例</vt:lpstr>
      <vt:lpstr>FW評価ツールのデモビデオ</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Hirokazu YAGOU</dc:creator>
  <cp:keywords/>
  <cp:lastModifiedBy>hirokazu yago</cp:lastModifiedBy>
  <cp:revision>511</cp:revision>
  <dcterms:created xsi:type="dcterms:W3CDTF">2025-04-15T01:31:13Z</dcterms:created>
  <dcterms:modified xsi:type="dcterms:W3CDTF">2026-01-04T05:41:53Z</dcterms:modified>
</cp:coreProperties>
</file>